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801600" cy="8229600" type="custom"/>
  <p:notesSz cx="6858000" cy="9144000"/>
  <p:defaultTextStyle>
    <a:defPPr>
      <a:defRPr lang="ko-K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8016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37744" y="237744"/>
            <a:ext cx="12326112" cy="7754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03247"/>
            </a:solidFill>
          </a:ln>
        </p:spPr>
      </p:sp>
      <p:sp>
        <p:nvSpPr>
          <p:cNvPr id="4" name="Shape 4"/>
          <p:cNvSpPr/>
          <p:nvPr/>
        </p:nvSpPr>
        <p:spPr>
          <a:xfrm>
            <a:off x="246888" y="246888"/>
            <a:ext cx="12307824" cy="658368"/>
          </a:xfrm>
          <a:prstGeom prst="rect">
            <a:avLst/>
          </a:prstGeom>
          <a:solidFill>
            <a:srgbClr val="F3F7F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38912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80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8BIT 케이블 · 연결 개략도</a:t>
            </a:r>
            <a:endParaRPr lang="ko-KR" sz="1800"/>
          </a:p>
        </p:txBody>
      </p:sp>
      <p:sp>
        <p:nvSpPr>
          <p:cNvPr id="6" name="Text 6"/>
          <p:cNvSpPr txBox="1"/>
          <p:nvPr/>
        </p:nvSpPr>
        <p:spPr>
          <a:xfrm>
            <a:off x="448056" y="621792"/>
            <a:ext cx="100584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CTS-pCOM-A8-M-02-SE-03-222-11-040-010-030-030</a:t>
            </a:r>
            <a:endParaRPr lang="ko-KR" sz="1008"/>
          </a:p>
        </p:txBody>
      </p:sp>
      <p:sp>
        <p:nvSpPr>
          <p:cNvPr id="7" name="Text 7"/>
          <p:cNvSpPr txBox="1"/>
          <p:nvPr/>
        </p:nvSpPr>
        <p:spPr>
          <a:xfrm>
            <a:off x="10149840" y="33832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29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 /  8 BIT</a:t>
            </a:r>
            <a:endParaRPr lang="ko-KR" sz="1296"/>
          </a:p>
        </p:txBody>
      </p:sp>
      <p:sp>
        <p:nvSpPr>
          <p:cNvPr id="8" name="Text 8"/>
          <p:cNvSpPr txBox="1"/>
          <p:nvPr/>
        </p:nvSpPr>
        <p:spPr>
          <a:xfrm>
            <a:off x="10149840" y="630936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01 / 05</a:t>
            </a:r>
            <a:endParaRPr lang="ko-KR" sz="864"/>
          </a:p>
        </p:txBody>
      </p:sp>
      <p:cxnSp>
        <p:nvCxnSpPr>
          <p:cNvPr id="9" name="Line 9"/>
          <p:cNvCxnSpPr/>
          <p:nvPr/>
        </p:nvCxnSpPr>
        <p:spPr>
          <a:xfrm>
            <a:off x="246888" y="905256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Line 10"/>
          <p:cNvCxnSpPr/>
          <p:nvPr/>
        </p:nvCxnSpPr>
        <p:spPr>
          <a:xfrm>
            <a:off x="246888" y="7434072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 11"/>
          <p:cNvSpPr txBox="1"/>
          <p:nvPr/>
        </p:nvSpPr>
        <p:spPr>
          <a:xfrm>
            <a:off x="438912" y="7552944"/>
            <a:ext cx="790956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DWG.  CTS-pCOM-A8-M-02-SE-03-222-11-040-010-030-030</a:t>
            </a:r>
            <a:endParaRPr lang="ko-KR" sz="864"/>
          </a:p>
        </p:txBody>
      </p:sp>
      <p:sp>
        <p:nvSpPr>
          <p:cNvPr id="12" name="Text 12"/>
          <p:cNvSpPr txBox="1"/>
          <p:nvPr/>
        </p:nvSpPr>
        <p:spPr>
          <a:xfrm>
            <a:off x="438912" y="7763256"/>
            <a:ext cx="809244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개략 연결도 · 치수 비례 아님  |  배선 정의와 검토 항목은 상세 시트 참조</a:t>
            </a:r>
            <a:endParaRPr lang="ko-KR" sz="792"/>
          </a:p>
        </p:txBody>
      </p:sp>
      <p:cxnSp>
        <p:nvCxnSpPr>
          <p:cNvPr id="13" name="Line 13"/>
          <p:cNvCxnSpPr/>
          <p:nvPr/>
        </p:nvCxnSpPr>
        <p:spPr>
          <a:xfrm>
            <a:off x="875080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 14"/>
          <p:cNvSpPr txBox="1"/>
          <p:nvPr/>
        </p:nvSpPr>
        <p:spPr>
          <a:xfrm>
            <a:off x="8897112" y="75255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REV.  V1.0</a:t>
            </a:r>
            <a:endParaRPr lang="ko-KR" sz="864"/>
          </a:p>
        </p:txBody>
      </p:sp>
      <p:sp>
        <p:nvSpPr>
          <p:cNvPr id="15" name="Text 15"/>
          <p:cNvSpPr txBox="1"/>
          <p:nvPr/>
        </p:nvSpPr>
        <p:spPr>
          <a:xfrm>
            <a:off x="8897112" y="7735824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DATE  2026-10-28</a:t>
            </a:r>
            <a:endParaRPr lang="ko-KR" sz="792"/>
          </a:p>
        </p:txBody>
      </p:sp>
      <p:cxnSp>
        <p:nvCxnSpPr>
          <p:cNvPr id="16" name="Line 16"/>
          <p:cNvCxnSpPr/>
          <p:nvPr/>
        </p:nvCxnSpPr>
        <p:spPr>
          <a:xfrm>
            <a:off x="1062532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 17"/>
          <p:cNvSpPr txBox="1"/>
          <p:nvPr/>
        </p:nvSpPr>
        <p:spPr>
          <a:xfrm>
            <a:off x="10716768" y="7525512"/>
            <a:ext cx="154533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MASTER</a:t>
            </a:r>
            <a:endParaRPr lang="ko-KR" sz="1152"/>
          </a:p>
        </p:txBody>
      </p:sp>
      <p:sp>
        <p:nvSpPr>
          <p:cNvPr id="18" name="Text 18"/>
          <p:cNvSpPr txBox="1"/>
          <p:nvPr/>
        </p:nvSpPr>
        <p:spPr>
          <a:xfrm>
            <a:off x="10716768" y="774496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CABLE ASSY</a:t>
            </a:r>
            <a:endParaRPr lang="ko-KR" sz="720"/>
          </a:p>
        </p:txBody>
      </p:sp>
      <p:sp>
        <p:nvSpPr>
          <p:cNvPr id="19" name="Text 19"/>
          <p:cNvSpPr txBox="1"/>
          <p:nvPr/>
        </p:nvSpPr>
        <p:spPr>
          <a:xfrm>
            <a:off x="457200" y="1024128"/>
            <a:ext cx="10149840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MASTER  /  SMR 12핀 ×2 · A Type  /  USER RS-232  /  FILTER 3A</a:t>
            </a:r>
            <a:endParaRPr lang="ko-KR" sz="1152"/>
          </a:p>
        </p:txBody>
      </p:sp>
      <p:sp>
        <p:nvSpPr>
          <p:cNvPr id="20" name="Text 20"/>
          <p:cNvSpPr txBox="1"/>
          <p:nvPr/>
        </p:nvSpPr>
        <p:spPr>
          <a:xfrm>
            <a:off x="457200" y="1289304"/>
            <a:ext cx="109728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도면번호의 0은 커넥터 없음 · 길이가 지정된 개방 선재는 표시</a:t>
            </a:r>
            <a:endParaRPr lang="ko-KR" sz="792"/>
          </a:p>
        </p:txBody>
      </p:sp>
      <p:sp>
        <p:nvSpPr>
          <p:cNvPr id="21" name="Shape 21"/>
          <p:cNvSpPr/>
          <p:nvPr/>
        </p:nvSpPr>
        <p:spPr>
          <a:xfrm>
            <a:off x="9921240" y="1792224"/>
            <a:ext cx="2148840" cy="3803904"/>
          </a:xfrm>
          <a:prstGeom prst="rect">
            <a:avLst/>
          </a:prstGeom>
          <a:solidFill>
            <a:srgbClr val="F6F9FB"/>
          </a:solidFill>
          <a:ln w="12700">
            <a:solidFill>
              <a:srgbClr val="485D70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10104120" y="192024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368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· MASTER</a:t>
            </a:r>
            <a:endParaRPr lang="ko-KR" sz="1368"/>
          </a:p>
        </p:txBody>
      </p:sp>
      <p:sp>
        <p:nvSpPr>
          <p:cNvPr id="23" name="Text 23"/>
          <p:cNvSpPr txBox="1"/>
          <p:nvPr/>
        </p:nvSpPr>
        <p:spPr>
          <a:xfrm>
            <a:off x="10104120" y="2185416"/>
            <a:ext cx="177393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본체 측 커넥터</a:t>
            </a:r>
            <a:endParaRPr lang="ko-KR" sz="864"/>
          </a:p>
        </p:txBody>
      </p:sp>
      <p:sp>
        <p:nvSpPr>
          <p:cNvPr id="24" name="Shape 24"/>
          <p:cNvSpPr/>
          <p:nvPr/>
        </p:nvSpPr>
        <p:spPr>
          <a:xfrm>
            <a:off x="10149840" y="2532888"/>
            <a:ext cx="1691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5D7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10241280" y="2578608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22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 15 PIN</a:t>
            </a:r>
            <a:endParaRPr lang="ko-KR" sz="1224"/>
          </a:p>
        </p:txBody>
      </p:sp>
      <p:sp>
        <p:nvSpPr>
          <p:cNvPr id="26" name="Text 26"/>
          <p:cNvSpPr txBox="1"/>
          <p:nvPr/>
        </p:nvSpPr>
        <p:spPr>
          <a:xfrm>
            <a:off x="10241280" y="281635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51021-1500</a:t>
            </a:r>
            <a:endParaRPr lang="ko-KR" sz="864"/>
          </a:p>
        </p:txBody>
      </p:sp>
      <p:sp>
        <p:nvSpPr>
          <p:cNvPr id="27" name="Text 27"/>
          <p:cNvSpPr txBox="1"/>
          <p:nvPr/>
        </p:nvSpPr>
        <p:spPr>
          <a:xfrm>
            <a:off x="10021824" y="3118104"/>
            <a:ext cx="1929384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IN1–8 · VIN · SELECT · MODE</a:t>
            </a:r>
            <a:endParaRPr lang="ko-KR" sz="720"/>
          </a:p>
        </p:txBody>
      </p:sp>
      <p:sp>
        <p:nvSpPr>
          <p:cNvPr id="28" name="Shape 28"/>
          <p:cNvSpPr/>
          <p:nvPr/>
        </p:nvSpPr>
        <p:spPr>
          <a:xfrm>
            <a:off x="10149840" y="3355848"/>
            <a:ext cx="1691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5D70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10241280" y="3401568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22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 12 PIN</a:t>
            </a:r>
            <a:endParaRPr lang="ko-KR" sz="1224"/>
          </a:p>
        </p:txBody>
      </p:sp>
      <p:sp>
        <p:nvSpPr>
          <p:cNvPr id="30" name="Text 30"/>
          <p:cNvSpPr txBox="1"/>
          <p:nvPr/>
        </p:nvSpPr>
        <p:spPr>
          <a:xfrm>
            <a:off x="10241280" y="3639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51021-1200</a:t>
            </a:r>
            <a:endParaRPr lang="ko-KR" sz="864"/>
          </a:p>
        </p:txBody>
      </p:sp>
      <p:sp>
        <p:nvSpPr>
          <p:cNvPr id="31" name="Shape 31"/>
          <p:cNvSpPr/>
          <p:nvPr/>
        </p:nvSpPr>
        <p:spPr>
          <a:xfrm>
            <a:off x="10149840" y="4754880"/>
            <a:ext cx="1691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485D70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10241280" y="4800600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22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 5 PIN</a:t>
            </a:r>
            <a:endParaRPr lang="ko-KR" sz="1224"/>
          </a:p>
        </p:txBody>
      </p:sp>
      <p:sp>
        <p:nvSpPr>
          <p:cNvPr id="33" name="Text 33"/>
          <p:cNvSpPr txBox="1"/>
          <p:nvPr/>
        </p:nvSpPr>
        <p:spPr>
          <a:xfrm>
            <a:off x="10241280" y="503834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51021-0500</a:t>
            </a:r>
            <a:endParaRPr lang="ko-KR" sz="864"/>
          </a:p>
        </p:txBody>
      </p:sp>
      <p:sp>
        <p:nvSpPr>
          <p:cNvPr id="34" name="Text 34"/>
          <p:cNvSpPr txBox="1"/>
          <p:nvPr/>
        </p:nvSpPr>
        <p:spPr>
          <a:xfrm>
            <a:off x="10021824" y="3986784"/>
            <a:ext cx="1929384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OUT1–8 · GO1 · ES · TRIGGER</a:t>
            </a:r>
            <a:endParaRPr lang="ko-KR" sz="720"/>
          </a:p>
        </p:txBody>
      </p:sp>
      <p:sp>
        <p:nvSpPr>
          <p:cNvPr id="35" name="Text 35"/>
          <p:cNvSpPr txBox="1"/>
          <p:nvPr/>
        </p:nvSpPr>
        <p:spPr>
          <a:xfrm>
            <a:off x="10021824" y="5349240"/>
            <a:ext cx="1929384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USER / PLC</a:t>
            </a:r>
            <a:endParaRPr lang="ko-KR" sz="720"/>
          </a:p>
        </p:txBody>
      </p:sp>
      <p:cxnSp>
        <p:nvCxnSpPr>
          <p:cNvPr id="36" name="Line 36"/>
          <p:cNvCxnSpPr/>
          <p:nvPr/>
        </p:nvCxnSpPr>
        <p:spPr>
          <a:xfrm>
            <a:off x="2450592" y="1691640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Line 37"/>
          <p:cNvCxnSpPr/>
          <p:nvPr/>
        </p:nvCxnSpPr>
        <p:spPr>
          <a:xfrm>
            <a:off x="9500616" y="1691640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Line 38"/>
          <p:cNvCxnSpPr/>
          <p:nvPr/>
        </p:nvCxnSpPr>
        <p:spPr>
          <a:xfrm>
            <a:off x="2450592" y="1755648"/>
            <a:ext cx="7050024" cy="0"/>
          </a:xfrm>
          <a:prstGeom prst="line">
            <a:avLst/>
          </a:prstGeom>
          <a:ln w="15240">
            <a:solidFill>
              <a:srgbClr val="087F8C"/>
            </a:solidFill>
            <a:headEnd type="triangle" w="sm" len="sm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Shape 39"/>
          <p:cNvSpPr/>
          <p:nvPr/>
        </p:nvSpPr>
        <p:spPr>
          <a:xfrm>
            <a:off x="5413248" y="1627632"/>
            <a:ext cx="11247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5413248" y="1627632"/>
            <a:ext cx="1124712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kkk  400 mm</a:t>
            </a:r>
            <a:endParaRPr lang="ko-KR" sz="1008"/>
          </a:p>
        </p:txBody>
      </p:sp>
      <p:sp>
        <p:nvSpPr>
          <p:cNvPr id="41" name="Shape 41"/>
          <p:cNvSpPr/>
          <p:nvPr/>
        </p:nvSpPr>
        <p:spPr>
          <a:xfrm>
            <a:off x="713232" y="2011680"/>
            <a:ext cx="1499616" cy="548640"/>
          </a:xfrm>
          <a:prstGeom prst="rect">
            <a:avLst/>
          </a:prstGeom>
          <a:solidFill>
            <a:srgbClr val="F2F7FA"/>
          </a:solidFill>
          <a:ln w="12700">
            <a:solidFill>
              <a:srgbClr val="485D70"/>
            </a:solidFill>
          </a:ln>
        </p:spPr>
      </p:sp>
      <p:sp>
        <p:nvSpPr>
          <p:cNvPr id="42" name="Shape 42"/>
          <p:cNvSpPr/>
          <p:nvPr/>
        </p:nvSpPr>
        <p:spPr>
          <a:xfrm>
            <a:off x="2075688" y="2103120"/>
            <a:ext cx="73152" cy="365760"/>
          </a:xfrm>
          <a:prstGeom prst="rect">
            <a:avLst/>
          </a:prstGeom>
          <a:solidFill>
            <a:srgbClr val="D0DCE4"/>
          </a:solidFill>
          <a:ln w="12700">
            <a:solidFill>
              <a:srgbClr val="485D70"/>
            </a:solidFill>
          </a:ln>
        </p:spPr>
      </p:sp>
      <p:cxnSp>
        <p:nvCxnSpPr>
          <p:cNvPr id="43" name="Line 43"/>
          <p:cNvCxnSpPr/>
          <p:nvPr/>
        </p:nvCxnSpPr>
        <p:spPr>
          <a:xfrm>
            <a:off x="777240" y="2093976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Line 44"/>
          <p:cNvCxnSpPr/>
          <p:nvPr/>
        </p:nvCxnSpPr>
        <p:spPr>
          <a:xfrm>
            <a:off x="777240" y="2128889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Line 45"/>
          <p:cNvCxnSpPr/>
          <p:nvPr/>
        </p:nvCxnSpPr>
        <p:spPr>
          <a:xfrm>
            <a:off x="777240" y="2163803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Line 46"/>
          <p:cNvCxnSpPr/>
          <p:nvPr/>
        </p:nvCxnSpPr>
        <p:spPr>
          <a:xfrm>
            <a:off x="777240" y="2198716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Line 47"/>
          <p:cNvCxnSpPr/>
          <p:nvPr/>
        </p:nvCxnSpPr>
        <p:spPr>
          <a:xfrm>
            <a:off x="777240" y="2233630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Line 48"/>
          <p:cNvCxnSpPr/>
          <p:nvPr/>
        </p:nvCxnSpPr>
        <p:spPr>
          <a:xfrm>
            <a:off x="777240" y="2268543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Line 49"/>
          <p:cNvCxnSpPr/>
          <p:nvPr/>
        </p:nvCxnSpPr>
        <p:spPr>
          <a:xfrm>
            <a:off x="777240" y="2303457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Line 50"/>
          <p:cNvCxnSpPr/>
          <p:nvPr/>
        </p:nvCxnSpPr>
        <p:spPr>
          <a:xfrm>
            <a:off x="777240" y="2338370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Line 51"/>
          <p:cNvCxnSpPr/>
          <p:nvPr/>
        </p:nvCxnSpPr>
        <p:spPr>
          <a:xfrm>
            <a:off x="777240" y="2373284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Line 52"/>
          <p:cNvCxnSpPr/>
          <p:nvPr/>
        </p:nvCxnSpPr>
        <p:spPr>
          <a:xfrm>
            <a:off x="777240" y="2408197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Line 53"/>
          <p:cNvCxnSpPr/>
          <p:nvPr/>
        </p:nvCxnSpPr>
        <p:spPr>
          <a:xfrm>
            <a:off x="777240" y="2443111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Line 54"/>
          <p:cNvCxnSpPr/>
          <p:nvPr/>
        </p:nvCxnSpPr>
        <p:spPr>
          <a:xfrm>
            <a:off x="777240" y="2478024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 55"/>
          <p:cNvSpPr txBox="1"/>
          <p:nvPr/>
        </p:nvSpPr>
        <p:spPr>
          <a:xfrm>
            <a:off x="932688" y="2075688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</a:t>
            </a:r>
            <a:endParaRPr lang="ko-KR" sz="1080"/>
          </a:p>
        </p:txBody>
      </p:sp>
      <p:sp>
        <p:nvSpPr>
          <p:cNvPr id="56" name="Text 56"/>
          <p:cNvSpPr txBox="1"/>
          <p:nvPr/>
        </p:nvSpPr>
        <p:spPr>
          <a:xfrm>
            <a:off x="932688" y="2286000"/>
            <a:ext cx="1088136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12 PIN</a:t>
            </a:r>
            <a:endParaRPr lang="ko-KR" sz="720"/>
          </a:p>
        </p:txBody>
      </p:sp>
      <p:sp>
        <p:nvSpPr>
          <p:cNvPr id="57" name="Shape 57"/>
          <p:cNvSpPr/>
          <p:nvPr/>
        </p:nvSpPr>
        <p:spPr>
          <a:xfrm>
            <a:off x="713232" y="2843784"/>
            <a:ext cx="1499616" cy="548640"/>
          </a:xfrm>
          <a:prstGeom prst="rect">
            <a:avLst/>
          </a:prstGeom>
          <a:solidFill>
            <a:srgbClr val="F2F7FA"/>
          </a:solidFill>
          <a:ln w="12700">
            <a:solidFill>
              <a:srgbClr val="485D70"/>
            </a:solidFill>
          </a:ln>
        </p:spPr>
      </p:sp>
      <p:sp>
        <p:nvSpPr>
          <p:cNvPr id="58" name="Shape 58"/>
          <p:cNvSpPr/>
          <p:nvPr/>
        </p:nvSpPr>
        <p:spPr>
          <a:xfrm>
            <a:off x="2075688" y="2935224"/>
            <a:ext cx="73152" cy="365760"/>
          </a:xfrm>
          <a:prstGeom prst="rect">
            <a:avLst/>
          </a:prstGeom>
          <a:solidFill>
            <a:srgbClr val="D0DCE4"/>
          </a:solidFill>
          <a:ln w="12700">
            <a:solidFill>
              <a:srgbClr val="485D70"/>
            </a:solidFill>
          </a:ln>
        </p:spPr>
      </p:sp>
      <p:cxnSp>
        <p:nvCxnSpPr>
          <p:cNvPr id="59" name="Line 59"/>
          <p:cNvCxnSpPr/>
          <p:nvPr/>
        </p:nvCxnSpPr>
        <p:spPr>
          <a:xfrm>
            <a:off x="777240" y="2926080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Line 60"/>
          <p:cNvCxnSpPr/>
          <p:nvPr/>
        </p:nvCxnSpPr>
        <p:spPr>
          <a:xfrm>
            <a:off x="777240" y="2960993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Line 61"/>
          <p:cNvCxnSpPr/>
          <p:nvPr/>
        </p:nvCxnSpPr>
        <p:spPr>
          <a:xfrm>
            <a:off x="777240" y="2995907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Line 62"/>
          <p:cNvCxnSpPr/>
          <p:nvPr/>
        </p:nvCxnSpPr>
        <p:spPr>
          <a:xfrm>
            <a:off x="777240" y="3030820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Line 63"/>
          <p:cNvCxnSpPr/>
          <p:nvPr/>
        </p:nvCxnSpPr>
        <p:spPr>
          <a:xfrm>
            <a:off x="777240" y="3065734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Line 64"/>
          <p:cNvCxnSpPr/>
          <p:nvPr/>
        </p:nvCxnSpPr>
        <p:spPr>
          <a:xfrm>
            <a:off x="777240" y="3100647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Line 65"/>
          <p:cNvCxnSpPr/>
          <p:nvPr/>
        </p:nvCxnSpPr>
        <p:spPr>
          <a:xfrm>
            <a:off x="777240" y="3135561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Line 66"/>
          <p:cNvCxnSpPr/>
          <p:nvPr/>
        </p:nvCxnSpPr>
        <p:spPr>
          <a:xfrm>
            <a:off x="777240" y="3170474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Line 67"/>
          <p:cNvCxnSpPr/>
          <p:nvPr/>
        </p:nvCxnSpPr>
        <p:spPr>
          <a:xfrm>
            <a:off x="777240" y="3205388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Line 68"/>
          <p:cNvCxnSpPr/>
          <p:nvPr/>
        </p:nvCxnSpPr>
        <p:spPr>
          <a:xfrm>
            <a:off x="777240" y="3240301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Line 69"/>
          <p:cNvCxnSpPr/>
          <p:nvPr/>
        </p:nvCxnSpPr>
        <p:spPr>
          <a:xfrm>
            <a:off x="777240" y="3275215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Line 70"/>
          <p:cNvCxnSpPr/>
          <p:nvPr/>
        </p:nvCxnSpPr>
        <p:spPr>
          <a:xfrm>
            <a:off x="777240" y="3310128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" name="Text 71"/>
          <p:cNvSpPr txBox="1"/>
          <p:nvPr/>
        </p:nvSpPr>
        <p:spPr>
          <a:xfrm>
            <a:off x="932688" y="290779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</a:t>
            </a:r>
            <a:endParaRPr lang="ko-KR" sz="1080"/>
          </a:p>
        </p:txBody>
      </p:sp>
      <p:sp>
        <p:nvSpPr>
          <p:cNvPr id="72" name="Text 72"/>
          <p:cNvSpPr txBox="1"/>
          <p:nvPr/>
        </p:nvSpPr>
        <p:spPr>
          <a:xfrm>
            <a:off x="932688" y="3118104"/>
            <a:ext cx="1088136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12 PIN</a:t>
            </a:r>
            <a:endParaRPr lang="ko-KR" sz="720"/>
          </a:p>
        </p:txBody>
      </p:sp>
      <p:sp>
        <p:nvSpPr>
          <p:cNvPr id="73" name="Text 73"/>
          <p:cNvSpPr txBox="1"/>
          <p:nvPr/>
        </p:nvSpPr>
        <p:spPr>
          <a:xfrm>
            <a:off x="566928" y="2587752"/>
            <a:ext cx="1865376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SMR-12V-N</a:t>
            </a:r>
            <a:endParaRPr lang="ko-KR" sz="792"/>
          </a:p>
        </p:txBody>
      </p:sp>
      <p:sp>
        <p:nvSpPr>
          <p:cNvPr id="74" name="Text 74"/>
          <p:cNvSpPr txBox="1"/>
          <p:nvPr/>
        </p:nvSpPr>
        <p:spPr>
          <a:xfrm>
            <a:off x="566928" y="3429000"/>
            <a:ext cx="1865376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SMR-12V-N</a:t>
            </a:r>
            <a:endParaRPr lang="ko-KR" sz="792"/>
          </a:p>
        </p:txBody>
      </p:sp>
      <p:cxnSp>
        <p:nvCxnSpPr>
          <p:cNvPr id="75" name="Line 75"/>
          <p:cNvCxnSpPr/>
          <p:nvPr/>
        </p:nvCxnSpPr>
        <p:spPr>
          <a:xfrm>
            <a:off x="2212848" y="2286000"/>
            <a:ext cx="43891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Line 76"/>
          <p:cNvCxnSpPr/>
          <p:nvPr/>
        </p:nvCxnSpPr>
        <p:spPr>
          <a:xfrm>
            <a:off x="2651760" y="2286000"/>
            <a:ext cx="0" cy="246888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Line 77"/>
          <p:cNvCxnSpPr/>
          <p:nvPr/>
        </p:nvCxnSpPr>
        <p:spPr>
          <a:xfrm>
            <a:off x="2212848" y="3118104"/>
            <a:ext cx="43891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Line 78"/>
          <p:cNvCxnSpPr/>
          <p:nvPr/>
        </p:nvCxnSpPr>
        <p:spPr>
          <a:xfrm flipV="1">
            <a:off x="2651760" y="2532888"/>
            <a:ext cx="0" cy="585216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Shape 79"/>
          <p:cNvSpPr/>
          <p:nvPr/>
        </p:nvSpPr>
        <p:spPr>
          <a:xfrm>
            <a:off x="2624328" y="2505456"/>
            <a:ext cx="54864" cy="54864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</p:sp>
      <p:cxnSp>
        <p:nvCxnSpPr>
          <p:cNvPr id="80" name="Line 80"/>
          <p:cNvCxnSpPr/>
          <p:nvPr/>
        </p:nvCxnSpPr>
        <p:spPr>
          <a:xfrm>
            <a:off x="2651760" y="2532888"/>
            <a:ext cx="665683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Line 81"/>
          <p:cNvCxnSpPr/>
          <p:nvPr/>
        </p:nvCxnSpPr>
        <p:spPr>
          <a:xfrm>
            <a:off x="9308592" y="2532888"/>
            <a:ext cx="0" cy="256032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Line 82"/>
          <p:cNvCxnSpPr/>
          <p:nvPr/>
        </p:nvCxnSpPr>
        <p:spPr>
          <a:xfrm>
            <a:off x="9308592" y="2788920"/>
            <a:ext cx="841248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Line 83"/>
          <p:cNvCxnSpPr/>
          <p:nvPr/>
        </p:nvCxnSpPr>
        <p:spPr>
          <a:xfrm>
            <a:off x="9308592" y="2532888"/>
            <a:ext cx="237744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Line 84"/>
          <p:cNvCxnSpPr/>
          <p:nvPr/>
        </p:nvCxnSpPr>
        <p:spPr>
          <a:xfrm>
            <a:off x="9546336" y="2532888"/>
            <a:ext cx="0" cy="1088136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Line 85"/>
          <p:cNvCxnSpPr/>
          <p:nvPr/>
        </p:nvCxnSpPr>
        <p:spPr>
          <a:xfrm>
            <a:off x="9546336" y="3621024"/>
            <a:ext cx="603504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Shape 86"/>
          <p:cNvSpPr/>
          <p:nvPr/>
        </p:nvSpPr>
        <p:spPr>
          <a:xfrm>
            <a:off x="5120640" y="2404872"/>
            <a:ext cx="10607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485D70"/>
            </a:solidFill>
          </a:ln>
        </p:spPr>
      </p:sp>
      <p:sp>
        <p:nvSpPr>
          <p:cNvPr id="87" name="Text 87"/>
          <p:cNvSpPr txBox="1"/>
          <p:nvPr/>
        </p:nvSpPr>
        <p:spPr>
          <a:xfrm>
            <a:off x="5175504" y="2414016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3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MASTER</a:t>
            </a:r>
            <a:endParaRPr lang="ko-KR" sz="936"/>
          </a:p>
        </p:txBody>
      </p:sp>
      <p:sp>
        <p:nvSpPr>
          <p:cNvPr id="88" name="Text 88"/>
          <p:cNvSpPr txBox="1"/>
          <p:nvPr/>
        </p:nvSpPr>
        <p:spPr>
          <a:xfrm>
            <a:off x="6062472" y="2606040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2464 · 28AWG · 40C</a:t>
            </a:r>
            <a:endParaRPr lang="ko-KR" sz="792"/>
          </a:p>
        </p:txBody>
      </p:sp>
      <p:sp>
        <p:nvSpPr>
          <p:cNvPr id="89" name="Shape 89"/>
          <p:cNvSpPr/>
          <p:nvPr/>
        </p:nvSpPr>
        <p:spPr>
          <a:xfrm>
            <a:off x="3035808" y="3776472"/>
            <a:ext cx="1627632" cy="576072"/>
          </a:xfrm>
          <a:prstGeom prst="rect">
            <a:avLst/>
          </a:prstGeom>
          <a:solidFill>
            <a:srgbClr val="F2F7FA"/>
          </a:solidFill>
          <a:ln w="12700">
            <a:solidFill>
              <a:srgbClr val="485D70"/>
            </a:solidFill>
          </a:ln>
        </p:spPr>
      </p:sp>
      <p:sp>
        <p:nvSpPr>
          <p:cNvPr id="90" name="Shape 90"/>
          <p:cNvSpPr/>
          <p:nvPr/>
        </p:nvSpPr>
        <p:spPr>
          <a:xfrm>
            <a:off x="4526280" y="3867912"/>
            <a:ext cx="73152" cy="393192"/>
          </a:xfrm>
          <a:prstGeom prst="rect">
            <a:avLst/>
          </a:prstGeom>
          <a:solidFill>
            <a:srgbClr val="D0DCE4"/>
          </a:solidFill>
          <a:ln w="12700">
            <a:solidFill>
              <a:srgbClr val="485D70"/>
            </a:solidFill>
          </a:ln>
        </p:spPr>
      </p:sp>
      <p:cxnSp>
        <p:nvCxnSpPr>
          <p:cNvPr id="91" name="Line 91"/>
          <p:cNvCxnSpPr/>
          <p:nvPr/>
        </p:nvCxnSpPr>
        <p:spPr>
          <a:xfrm>
            <a:off x="3099816" y="3858768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Line 92"/>
          <p:cNvCxnSpPr/>
          <p:nvPr/>
        </p:nvCxnSpPr>
        <p:spPr>
          <a:xfrm>
            <a:off x="3099816" y="4064508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Line 93"/>
          <p:cNvCxnSpPr/>
          <p:nvPr/>
        </p:nvCxnSpPr>
        <p:spPr>
          <a:xfrm>
            <a:off x="3099816" y="4270248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 94"/>
          <p:cNvSpPr txBox="1"/>
          <p:nvPr/>
        </p:nvSpPr>
        <p:spPr>
          <a:xfrm>
            <a:off x="3255264" y="3840480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MAINT</a:t>
            </a:r>
            <a:endParaRPr lang="ko-KR" sz="1080"/>
          </a:p>
        </p:txBody>
      </p:sp>
      <p:sp>
        <p:nvSpPr>
          <p:cNvPr id="95" name="Text 95"/>
          <p:cNvSpPr txBox="1"/>
          <p:nvPr/>
        </p:nvSpPr>
        <p:spPr>
          <a:xfrm>
            <a:off x="3255264" y="4050792"/>
            <a:ext cx="121615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3 PIN</a:t>
            </a:r>
            <a:endParaRPr lang="ko-KR" sz="720"/>
          </a:p>
        </p:txBody>
      </p:sp>
      <p:sp>
        <p:nvSpPr>
          <p:cNvPr id="96" name="Text 96"/>
          <p:cNvSpPr txBox="1"/>
          <p:nvPr/>
        </p:nvSpPr>
        <p:spPr>
          <a:xfrm>
            <a:off x="2798064" y="4416552"/>
            <a:ext cx="2130552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SMR-03V-N</a:t>
            </a:r>
            <a:endParaRPr lang="ko-KR" sz="792"/>
          </a:p>
        </p:txBody>
      </p:sp>
      <p:cxnSp>
        <p:nvCxnSpPr>
          <p:cNvPr id="97" name="Line 97"/>
          <p:cNvCxnSpPr/>
          <p:nvPr/>
        </p:nvCxnSpPr>
        <p:spPr>
          <a:xfrm>
            <a:off x="4663440" y="4059936"/>
            <a:ext cx="4425696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Line 98"/>
          <p:cNvCxnSpPr/>
          <p:nvPr/>
        </p:nvCxnSpPr>
        <p:spPr>
          <a:xfrm flipV="1">
            <a:off x="9089136" y="2916936"/>
            <a:ext cx="0" cy="114300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Line 99"/>
          <p:cNvCxnSpPr/>
          <p:nvPr/>
        </p:nvCxnSpPr>
        <p:spPr>
          <a:xfrm>
            <a:off x="9089136" y="2916936"/>
            <a:ext cx="1060704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Line 100"/>
          <p:cNvCxnSpPr/>
          <p:nvPr/>
        </p:nvCxnSpPr>
        <p:spPr>
          <a:xfrm>
            <a:off x="4846320" y="3739896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Line 101"/>
          <p:cNvCxnSpPr/>
          <p:nvPr/>
        </p:nvCxnSpPr>
        <p:spPr>
          <a:xfrm>
            <a:off x="8906256" y="3739896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Line 102"/>
          <p:cNvCxnSpPr/>
          <p:nvPr/>
        </p:nvCxnSpPr>
        <p:spPr>
          <a:xfrm>
            <a:off x="4846320" y="3803904"/>
            <a:ext cx="4059936" cy="0"/>
          </a:xfrm>
          <a:prstGeom prst="line">
            <a:avLst/>
          </a:prstGeom>
          <a:ln w="15240">
            <a:solidFill>
              <a:srgbClr val="087F8C"/>
            </a:solidFill>
            <a:headEnd type="triangle" w="sm" len="sm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Shape 103"/>
          <p:cNvSpPr/>
          <p:nvPr/>
        </p:nvSpPr>
        <p:spPr>
          <a:xfrm>
            <a:off x="6313932" y="3675888"/>
            <a:ext cx="11247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4" name="Text 104"/>
          <p:cNvSpPr txBox="1"/>
          <p:nvPr/>
        </p:nvSpPr>
        <p:spPr>
          <a:xfrm>
            <a:off x="6313932" y="3675888"/>
            <a:ext cx="1124712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lll  100 mm</a:t>
            </a:r>
            <a:endParaRPr lang="ko-KR" sz="1008"/>
          </a:p>
        </p:txBody>
      </p:sp>
      <p:sp>
        <p:nvSpPr>
          <p:cNvPr id="105" name="Text 105"/>
          <p:cNvSpPr txBox="1"/>
          <p:nvPr/>
        </p:nvSpPr>
        <p:spPr>
          <a:xfrm>
            <a:off x="6227064" y="4133088"/>
            <a:ext cx="269748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① GND / TX0 / RX0</a:t>
            </a:r>
            <a:endParaRPr lang="ko-KR" sz="792"/>
          </a:p>
        </p:txBody>
      </p:sp>
      <p:sp>
        <p:nvSpPr>
          <p:cNvPr id="106" name="Shape 106"/>
          <p:cNvSpPr/>
          <p:nvPr/>
        </p:nvSpPr>
        <p:spPr>
          <a:xfrm>
            <a:off x="3035808" y="4846320"/>
            <a:ext cx="1627632" cy="576072"/>
          </a:xfrm>
          <a:prstGeom prst="rect">
            <a:avLst/>
          </a:prstGeom>
          <a:solidFill>
            <a:srgbClr val="F2F7FA"/>
          </a:solidFill>
          <a:ln w="12700">
            <a:solidFill>
              <a:srgbClr val="485D70"/>
            </a:solidFill>
          </a:ln>
        </p:spPr>
      </p:sp>
      <p:sp>
        <p:nvSpPr>
          <p:cNvPr id="107" name="Shape 107"/>
          <p:cNvSpPr/>
          <p:nvPr/>
        </p:nvSpPr>
        <p:spPr>
          <a:xfrm>
            <a:off x="4526280" y="4937760"/>
            <a:ext cx="73152" cy="393192"/>
          </a:xfrm>
          <a:prstGeom prst="rect">
            <a:avLst/>
          </a:prstGeom>
          <a:solidFill>
            <a:srgbClr val="D0DCE4"/>
          </a:solidFill>
          <a:ln w="12700">
            <a:solidFill>
              <a:srgbClr val="485D70"/>
            </a:solidFill>
          </a:ln>
        </p:spPr>
      </p:sp>
      <p:cxnSp>
        <p:nvCxnSpPr>
          <p:cNvPr id="108" name="Line 108"/>
          <p:cNvCxnSpPr/>
          <p:nvPr/>
        </p:nvCxnSpPr>
        <p:spPr>
          <a:xfrm>
            <a:off x="3099816" y="4928616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Line 109"/>
          <p:cNvCxnSpPr/>
          <p:nvPr/>
        </p:nvCxnSpPr>
        <p:spPr>
          <a:xfrm>
            <a:off x="3099816" y="5134356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Line 110"/>
          <p:cNvCxnSpPr/>
          <p:nvPr/>
        </p:nvCxnSpPr>
        <p:spPr>
          <a:xfrm>
            <a:off x="3099816" y="5340096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1" name="Text 111"/>
          <p:cNvSpPr txBox="1"/>
          <p:nvPr/>
        </p:nvSpPr>
        <p:spPr>
          <a:xfrm>
            <a:off x="3255264" y="4910328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USER</a:t>
            </a:r>
            <a:endParaRPr lang="ko-KR" sz="1080"/>
          </a:p>
        </p:txBody>
      </p:sp>
      <p:sp>
        <p:nvSpPr>
          <p:cNvPr id="112" name="Text 112"/>
          <p:cNvSpPr txBox="1"/>
          <p:nvPr/>
        </p:nvSpPr>
        <p:spPr>
          <a:xfrm>
            <a:off x="3255264" y="5120640"/>
            <a:ext cx="121615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3 PIN</a:t>
            </a:r>
            <a:endParaRPr lang="ko-KR" sz="720"/>
          </a:p>
        </p:txBody>
      </p:sp>
      <p:sp>
        <p:nvSpPr>
          <p:cNvPr id="113" name="Text 113"/>
          <p:cNvSpPr txBox="1"/>
          <p:nvPr/>
        </p:nvSpPr>
        <p:spPr>
          <a:xfrm>
            <a:off x="2798064" y="5477256"/>
            <a:ext cx="213055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SMR-03V-N</a:t>
            </a:r>
            <a:endParaRPr lang="ko-KR" sz="792"/>
          </a:p>
        </p:txBody>
      </p:sp>
      <p:cxnSp>
        <p:nvCxnSpPr>
          <p:cNvPr id="114" name="Line 114"/>
          <p:cNvCxnSpPr/>
          <p:nvPr/>
        </p:nvCxnSpPr>
        <p:spPr>
          <a:xfrm>
            <a:off x="4663440" y="5129784"/>
            <a:ext cx="5486400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Line 115"/>
          <p:cNvCxnSpPr/>
          <p:nvPr/>
        </p:nvCxnSpPr>
        <p:spPr>
          <a:xfrm>
            <a:off x="4846320" y="4800600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Line 116"/>
          <p:cNvCxnSpPr/>
          <p:nvPr/>
        </p:nvCxnSpPr>
        <p:spPr>
          <a:xfrm>
            <a:off x="9656064" y="4800600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Line 117"/>
          <p:cNvCxnSpPr/>
          <p:nvPr/>
        </p:nvCxnSpPr>
        <p:spPr>
          <a:xfrm>
            <a:off x="4846320" y="4864608"/>
            <a:ext cx="4809744" cy="0"/>
          </a:xfrm>
          <a:prstGeom prst="line">
            <a:avLst/>
          </a:prstGeom>
          <a:ln w="15240">
            <a:solidFill>
              <a:srgbClr val="087F8C"/>
            </a:solidFill>
            <a:headEnd type="triangle" w="sm" len="sm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Shape 118"/>
          <p:cNvSpPr/>
          <p:nvPr/>
        </p:nvSpPr>
        <p:spPr>
          <a:xfrm>
            <a:off x="6688836" y="4736592"/>
            <a:ext cx="11247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9" name="Text 119"/>
          <p:cNvSpPr txBox="1"/>
          <p:nvPr/>
        </p:nvSpPr>
        <p:spPr>
          <a:xfrm>
            <a:off x="6688836" y="4736592"/>
            <a:ext cx="1124712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mmm  300 mm</a:t>
            </a:r>
            <a:endParaRPr lang="ko-KR" sz="1008"/>
          </a:p>
        </p:txBody>
      </p:sp>
      <p:sp>
        <p:nvSpPr>
          <p:cNvPr id="120" name="Text 120"/>
          <p:cNvSpPr txBox="1"/>
          <p:nvPr/>
        </p:nvSpPr>
        <p:spPr>
          <a:xfrm>
            <a:off x="6318504" y="5212080"/>
            <a:ext cx="3392424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⑤ GND / RX2 / TX2  ·  RS-232</a:t>
            </a:r>
            <a:endParaRPr lang="ko-KR" sz="792"/>
          </a:p>
        </p:txBody>
      </p:sp>
      <p:cxnSp>
        <p:nvCxnSpPr>
          <p:cNvPr id="121" name="Line 121"/>
          <p:cNvCxnSpPr/>
          <p:nvPr/>
        </p:nvCxnSpPr>
        <p:spPr>
          <a:xfrm>
            <a:off x="8083296" y="5129784"/>
            <a:ext cx="0" cy="813816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Shape 122"/>
          <p:cNvSpPr/>
          <p:nvPr/>
        </p:nvSpPr>
        <p:spPr>
          <a:xfrm>
            <a:off x="8055864" y="5102352"/>
            <a:ext cx="54864" cy="54864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</p:sp>
      <p:cxnSp>
        <p:nvCxnSpPr>
          <p:cNvPr id="123" name="Line 123"/>
          <p:cNvCxnSpPr/>
          <p:nvPr/>
        </p:nvCxnSpPr>
        <p:spPr>
          <a:xfrm>
            <a:off x="4663440" y="5943600"/>
            <a:ext cx="3419856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4" name="Shape 124"/>
          <p:cNvSpPr/>
          <p:nvPr/>
        </p:nvSpPr>
        <p:spPr>
          <a:xfrm>
            <a:off x="3602736" y="5815584"/>
            <a:ext cx="10607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485D70"/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3648456" y="5824728"/>
            <a:ext cx="969264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93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PLC</a:t>
            </a:r>
            <a:endParaRPr lang="ko-KR" sz="936"/>
          </a:p>
        </p:txBody>
      </p:sp>
      <p:cxnSp>
        <p:nvCxnSpPr>
          <p:cNvPr id="126" name="Line 126"/>
          <p:cNvCxnSpPr/>
          <p:nvPr/>
        </p:nvCxnSpPr>
        <p:spPr>
          <a:xfrm>
            <a:off x="4846320" y="5623560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Line 127"/>
          <p:cNvCxnSpPr/>
          <p:nvPr/>
        </p:nvCxnSpPr>
        <p:spPr>
          <a:xfrm>
            <a:off x="7900416" y="5623560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Line 128"/>
          <p:cNvCxnSpPr/>
          <p:nvPr/>
        </p:nvCxnSpPr>
        <p:spPr>
          <a:xfrm>
            <a:off x="4846320" y="5687568"/>
            <a:ext cx="3054096" cy="0"/>
          </a:xfrm>
          <a:prstGeom prst="line">
            <a:avLst/>
          </a:prstGeom>
          <a:ln w="15240">
            <a:solidFill>
              <a:srgbClr val="087F8C"/>
            </a:solidFill>
            <a:headEnd type="triangle" w="sm" len="sm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9" name="Shape 129"/>
          <p:cNvSpPr/>
          <p:nvPr/>
        </p:nvSpPr>
        <p:spPr>
          <a:xfrm>
            <a:off x="5811012" y="5559552"/>
            <a:ext cx="11247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0" name="Text 130"/>
          <p:cNvSpPr txBox="1"/>
          <p:nvPr/>
        </p:nvSpPr>
        <p:spPr>
          <a:xfrm>
            <a:off x="5811012" y="5559552"/>
            <a:ext cx="1124712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nnn  300 mm</a:t>
            </a:r>
            <a:endParaRPr lang="ko-KR" sz="1008"/>
          </a:p>
        </p:txBody>
      </p:sp>
      <p:sp>
        <p:nvSpPr>
          <p:cNvPr id="131" name="Text 131"/>
          <p:cNvSpPr txBox="1"/>
          <p:nvPr/>
        </p:nvSpPr>
        <p:spPr>
          <a:xfrm>
            <a:off x="4846320" y="600760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⑤ PLC 24V / PLC GND</a:t>
            </a:r>
            <a:endParaRPr lang="ko-KR" sz="792"/>
          </a:p>
        </p:txBody>
      </p:sp>
      <p:cxnSp>
        <p:nvCxnSpPr>
          <p:cNvPr id="132" name="Line 132"/>
          <p:cNvCxnSpPr/>
          <p:nvPr/>
        </p:nvCxnSpPr>
        <p:spPr>
          <a:xfrm flipH="1">
            <a:off x="3337560" y="5943600"/>
            <a:ext cx="265176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Line 133"/>
          <p:cNvCxnSpPr/>
          <p:nvPr/>
        </p:nvCxnSpPr>
        <p:spPr>
          <a:xfrm>
            <a:off x="3337560" y="5943600"/>
            <a:ext cx="0" cy="77724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Line 134"/>
          <p:cNvCxnSpPr/>
          <p:nvPr/>
        </p:nvCxnSpPr>
        <p:spPr>
          <a:xfrm>
            <a:off x="3337560" y="6720840"/>
            <a:ext cx="2532888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Shape 135"/>
          <p:cNvSpPr/>
          <p:nvPr/>
        </p:nvSpPr>
        <p:spPr>
          <a:xfrm>
            <a:off x="3310128" y="6693408"/>
            <a:ext cx="54864" cy="54864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</a:ln>
        </p:spPr>
      </p:sp>
      <p:cxnSp>
        <p:nvCxnSpPr>
          <p:cNvPr id="136" name="Line 136"/>
          <p:cNvCxnSpPr/>
          <p:nvPr/>
        </p:nvCxnSpPr>
        <p:spPr>
          <a:xfrm>
            <a:off x="2468880" y="6254496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7" name="Line 137"/>
          <p:cNvCxnSpPr/>
          <p:nvPr/>
        </p:nvCxnSpPr>
        <p:spPr>
          <a:xfrm>
            <a:off x="5669280" y="6254496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Line 138"/>
          <p:cNvCxnSpPr/>
          <p:nvPr/>
        </p:nvCxnSpPr>
        <p:spPr>
          <a:xfrm>
            <a:off x="2468880" y="6318504"/>
            <a:ext cx="3200400" cy="0"/>
          </a:xfrm>
          <a:prstGeom prst="line">
            <a:avLst/>
          </a:prstGeom>
          <a:ln w="15240">
            <a:solidFill>
              <a:srgbClr val="087F8C"/>
            </a:solidFill>
            <a:headEnd type="triangle" w="sm" len="sm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Shape 139"/>
          <p:cNvSpPr/>
          <p:nvPr/>
        </p:nvSpPr>
        <p:spPr>
          <a:xfrm>
            <a:off x="3506724" y="6190488"/>
            <a:ext cx="112471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0" name="Text 140"/>
          <p:cNvSpPr txBox="1"/>
          <p:nvPr/>
        </p:nvSpPr>
        <p:spPr>
          <a:xfrm>
            <a:off x="3506724" y="6190488"/>
            <a:ext cx="1124712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BELT 110 mm</a:t>
            </a:r>
            <a:endParaRPr lang="ko-KR" sz="1008"/>
          </a:p>
        </p:txBody>
      </p:sp>
      <p:cxnSp>
        <p:nvCxnSpPr>
          <p:cNvPr id="141" name="Line 141"/>
          <p:cNvCxnSpPr/>
          <p:nvPr/>
        </p:nvCxnSpPr>
        <p:spPr>
          <a:xfrm>
            <a:off x="7406640" y="6254496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Line 142"/>
          <p:cNvCxnSpPr/>
          <p:nvPr/>
        </p:nvCxnSpPr>
        <p:spPr>
          <a:xfrm>
            <a:off x="9930384" y="6254496"/>
            <a:ext cx="0" cy="137160"/>
          </a:xfrm>
          <a:prstGeom prst="line">
            <a:avLst/>
          </a:prstGeom>
          <a:ln w="15240">
            <a:solidFill>
              <a:srgbClr val="8799A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Line 143"/>
          <p:cNvCxnSpPr/>
          <p:nvPr/>
        </p:nvCxnSpPr>
        <p:spPr>
          <a:xfrm>
            <a:off x="7406640" y="6318504"/>
            <a:ext cx="2523744" cy="0"/>
          </a:xfrm>
          <a:prstGeom prst="line">
            <a:avLst/>
          </a:prstGeom>
          <a:ln w="15240">
            <a:solidFill>
              <a:srgbClr val="087F8C"/>
            </a:solidFill>
            <a:headEnd type="triangle" w="sm" len="sm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" name="Shape 144"/>
          <p:cNvSpPr/>
          <p:nvPr/>
        </p:nvSpPr>
        <p:spPr>
          <a:xfrm>
            <a:off x="8065008" y="6190488"/>
            <a:ext cx="1207008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5" name="Text 145"/>
          <p:cNvSpPr txBox="1"/>
          <p:nvPr/>
        </p:nvSpPr>
        <p:spPr>
          <a:xfrm>
            <a:off x="8065008" y="6190488"/>
            <a:ext cx="1207008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BOARD 110 mm</a:t>
            </a:r>
            <a:endParaRPr lang="ko-KR" sz="1008"/>
          </a:p>
        </p:txBody>
      </p:sp>
      <p:sp>
        <p:nvSpPr>
          <p:cNvPr id="146" name="Shape 146"/>
          <p:cNvSpPr/>
          <p:nvPr/>
        </p:nvSpPr>
        <p:spPr>
          <a:xfrm>
            <a:off x="713232" y="6437376"/>
            <a:ext cx="1499616" cy="548640"/>
          </a:xfrm>
          <a:prstGeom prst="rect">
            <a:avLst/>
          </a:prstGeom>
          <a:solidFill>
            <a:srgbClr val="F2F7FA"/>
          </a:solidFill>
          <a:ln w="12700">
            <a:solidFill>
              <a:srgbClr val="485D70"/>
            </a:solidFill>
          </a:ln>
        </p:spPr>
      </p:sp>
      <p:sp>
        <p:nvSpPr>
          <p:cNvPr id="147" name="Shape 147"/>
          <p:cNvSpPr/>
          <p:nvPr/>
        </p:nvSpPr>
        <p:spPr>
          <a:xfrm>
            <a:off x="2075688" y="6528816"/>
            <a:ext cx="73152" cy="365760"/>
          </a:xfrm>
          <a:prstGeom prst="rect">
            <a:avLst/>
          </a:prstGeom>
          <a:solidFill>
            <a:srgbClr val="D0DCE4"/>
          </a:solidFill>
          <a:ln w="12700">
            <a:solidFill>
              <a:srgbClr val="485D70"/>
            </a:solidFill>
          </a:ln>
        </p:spPr>
      </p:sp>
      <p:cxnSp>
        <p:nvCxnSpPr>
          <p:cNvPr id="148" name="Line 148"/>
          <p:cNvCxnSpPr/>
          <p:nvPr/>
        </p:nvCxnSpPr>
        <p:spPr>
          <a:xfrm>
            <a:off x="777240" y="6519672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Line 149"/>
          <p:cNvCxnSpPr/>
          <p:nvPr/>
        </p:nvCxnSpPr>
        <p:spPr>
          <a:xfrm>
            <a:off x="777240" y="6903720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ext 150"/>
          <p:cNvSpPr txBox="1"/>
          <p:nvPr/>
        </p:nvSpPr>
        <p:spPr>
          <a:xfrm>
            <a:off x="932688" y="6501384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BELT</a:t>
            </a:r>
            <a:endParaRPr lang="ko-KR" sz="1080"/>
          </a:p>
        </p:txBody>
      </p:sp>
      <p:sp>
        <p:nvSpPr>
          <p:cNvPr id="151" name="Text 151"/>
          <p:cNvSpPr txBox="1"/>
          <p:nvPr/>
        </p:nvSpPr>
        <p:spPr>
          <a:xfrm>
            <a:off x="932688" y="6711696"/>
            <a:ext cx="1088136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2 PIN</a:t>
            </a:r>
            <a:endParaRPr lang="ko-KR" sz="720"/>
          </a:p>
        </p:txBody>
      </p:sp>
      <p:cxnSp>
        <p:nvCxnSpPr>
          <p:cNvPr id="152" name="Line 152"/>
          <p:cNvCxnSpPr/>
          <p:nvPr/>
        </p:nvCxnSpPr>
        <p:spPr>
          <a:xfrm>
            <a:off x="2212848" y="6720840"/>
            <a:ext cx="3657600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Shape 153"/>
          <p:cNvSpPr/>
          <p:nvPr/>
        </p:nvSpPr>
        <p:spPr>
          <a:xfrm>
            <a:off x="5870448" y="6391656"/>
            <a:ext cx="1335024" cy="676656"/>
          </a:xfrm>
          <a:prstGeom prst="rect">
            <a:avLst/>
          </a:prstGeom>
          <a:solidFill>
            <a:srgbClr val="EAF5F5"/>
          </a:solidFill>
          <a:ln w="12700">
            <a:solidFill>
              <a:srgbClr val="087F8C"/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5989320" y="649224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36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FILTER</a:t>
            </a:r>
            <a:endParaRPr lang="ko-KR" sz="1368"/>
          </a:p>
        </p:txBody>
      </p:sp>
      <p:sp>
        <p:nvSpPr>
          <p:cNvPr id="155" name="Text 155"/>
          <p:cNvSpPr txBox="1"/>
          <p:nvPr/>
        </p:nvSpPr>
        <p:spPr>
          <a:xfrm>
            <a:off x="5989320" y="675741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36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3A</a:t>
            </a:r>
            <a:endParaRPr lang="ko-KR" sz="1368"/>
          </a:p>
        </p:txBody>
      </p:sp>
      <p:cxnSp>
        <p:nvCxnSpPr>
          <p:cNvPr id="156" name="Line 156"/>
          <p:cNvCxnSpPr/>
          <p:nvPr/>
        </p:nvCxnSpPr>
        <p:spPr>
          <a:xfrm>
            <a:off x="7205472" y="6720840"/>
            <a:ext cx="2980944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Shape 157"/>
          <p:cNvSpPr/>
          <p:nvPr/>
        </p:nvSpPr>
        <p:spPr>
          <a:xfrm>
            <a:off x="10186416" y="6437376"/>
            <a:ext cx="1737360" cy="548640"/>
          </a:xfrm>
          <a:prstGeom prst="rect">
            <a:avLst/>
          </a:prstGeom>
          <a:solidFill>
            <a:srgbClr val="F2F7FA"/>
          </a:solidFill>
          <a:ln w="12700">
            <a:solidFill>
              <a:srgbClr val="485D70"/>
            </a:solidFill>
          </a:ln>
        </p:spPr>
      </p:sp>
      <p:sp>
        <p:nvSpPr>
          <p:cNvPr id="158" name="Shape 158"/>
          <p:cNvSpPr/>
          <p:nvPr/>
        </p:nvSpPr>
        <p:spPr>
          <a:xfrm>
            <a:off x="11786616" y="6528816"/>
            <a:ext cx="73152" cy="365760"/>
          </a:xfrm>
          <a:prstGeom prst="rect">
            <a:avLst/>
          </a:prstGeom>
          <a:solidFill>
            <a:srgbClr val="D0DCE4"/>
          </a:solidFill>
          <a:ln w="12700">
            <a:solidFill>
              <a:srgbClr val="485D70"/>
            </a:solidFill>
          </a:ln>
        </p:spPr>
      </p:sp>
      <p:cxnSp>
        <p:nvCxnSpPr>
          <p:cNvPr id="159" name="Line 159"/>
          <p:cNvCxnSpPr/>
          <p:nvPr/>
        </p:nvCxnSpPr>
        <p:spPr>
          <a:xfrm>
            <a:off x="10250424" y="6519672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Line 160"/>
          <p:cNvCxnSpPr/>
          <p:nvPr/>
        </p:nvCxnSpPr>
        <p:spPr>
          <a:xfrm>
            <a:off x="10250424" y="6903720"/>
            <a:ext cx="118872" cy="0"/>
          </a:xfrm>
          <a:prstGeom prst="line">
            <a:avLst/>
          </a:prstGeom>
          <a:ln w="15240">
            <a:solidFill>
              <a:srgbClr val="485D7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1" name="Text 161"/>
          <p:cNvSpPr txBox="1"/>
          <p:nvPr/>
        </p:nvSpPr>
        <p:spPr>
          <a:xfrm>
            <a:off x="10405872" y="6501384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BOARD</a:t>
            </a:r>
            <a:endParaRPr lang="ko-KR" sz="1080"/>
          </a:p>
        </p:txBody>
      </p:sp>
      <p:sp>
        <p:nvSpPr>
          <p:cNvPr id="162" name="Text 162"/>
          <p:cNvSpPr txBox="1"/>
          <p:nvPr/>
        </p:nvSpPr>
        <p:spPr>
          <a:xfrm>
            <a:off x="10405872" y="6711696"/>
            <a:ext cx="132588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2 PIN</a:t>
            </a:r>
            <a:endParaRPr lang="ko-KR" sz="720"/>
          </a:p>
        </p:txBody>
      </p:sp>
      <p:sp>
        <p:nvSpPr>
          <p:cNvPr id="163" name="Text 163"/>
          <p:cNvSpPr txBox="1"/>
          <p:nvPr/>
        </p:nvSpPr>
        <p:spPr>
          <a:xfrm>
            <a:off x="585216" y="707745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5559-02</a:t>
            </a:r>
            <a:endParaRPr lang="ko-KR" sz="792"/>
          </a:p>
        </p:txBody>
      </p:sp>
      <p:sp>
        <p:nvSpPr>
          <p:cNvPr id="164" name="Text 164"/>
          <p:cNvSpPr txBox="1"/>
          <p:nvPr/>
        </p:nvSpPr>
        <p:spPr>
          <a:xfrm>
            <a:off x="9884664" y="7077456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5557-02</a:t>
            </a:r>
            <a:endParaRPr lang="ko-KR" sz="792"/>
          </a:p>
        </p:txBody>
      </p:sp>
      <p:sp>
        <p:nvSpPr>
          <p:cNvPr id="165" name="Text 165"/>
          <p:cNvSpPr txBox="1"/>
          <p:nvPr/>
        </p:nvSpPr>
        <p:spPr>
          <a:xfrm>
            <a:off x="3840480" y="6839712"/>
            <a:ext cx="1810512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18AWG · 2C</a:t>
            </a:r>
            <a:endParaRPr lang="ko-KR" sz="792"/>
          </a:p>
        </p:txBody>
      </p:sp>
      <p:sp>
        <p:nvSpPr>
          <p:cNvPr id="166" name="Text 166"/>
          <p:cNvSpPr txBox="1"/>
          <p:nvPr/>
        </p:nvSpPr>
        <p:spPr>
          <a:xfrm>
            <a:off x="7370064" y="6839712"/>
            <a:ext cx="2276856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18AWG · 2C</a:t>
            </a:r>
            <a:endParaRPr lang="ko-KR" sz="792"/>
          </a:p>
        </p:txBody>
      </p:sp>
      <p:sp>
        <p:nvSpPr>
          <p:cNvPr id="167" name="Text 167"/>
          <p:cNvSpPr txBox="1"/>
          <p:nvPr/>
        </p:nvSpPr>
        <p:spPr>
          <a:xfrm>
            <a:off x="585216" y="7260336"/>
            <a:ext cx="201168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1=24V / 2=GND</a:t>
            </a:r>
            <a:endParaRPr lang="ko-KR" sz="720"/>
          </a:p>
        </p:txBody>
      </p:sp>
      <p:sp>
        <p:nvSpPr>
          <p:cNvPr id="168" name="Text 168"/>
          <p:cNvSpPr txBox="1"/>
          <p:nvPr/>
        </p:nvSpPr>
        <p:spPr>
          <a:xfrm>
            <a:off x="9884664" y="7260336"/>
            <a:ext cx="224028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1=24V / 2=GND</a:t>
            </a:r>
            <a:endParaRPr lang="ko-KR" sz="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8016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37744" y="237744"/>
            <a:ext cx="12326112" cy="7754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03247"/>
            </a:solidFill>
          </a:ln>
        </p:spPr>
      </p:sp>
      <p:sp>
        <p:nvSpPr>
          <p:cNvPr id="4" name="Shape 4"/>
          <p:cNvSpPr/>
          <p:nvPr/>
        </p:nvSpPr>
        <p:spPr>
          <a:xfrm>
            <a:off x="246888" y="246888"/>
            <a:ext cx="12307824" cy="658368"/>
          </a:xfrm>
          <a:prstGeom prst="rect">
            <a:avLst/>
          </a:prstGeom>
          <a:solidFill>
            <a:srgbClr val="F3F7F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38912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80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핀 배선표  1 / 2</a:t>
            </a:r>
            <a:endParaRPr lang="ko-KR" sz="1800"/>
          </a:p>
        </p:txBody>
      </p:sp>
      <p:sp>
        <p:nvSpPr>
          <p:cNvPr id="6" name="Text 6"/>
          <p:cNvSpPr txBox="1"/>
          <p:nvPr/>
        </p:nvSpPr>
        <p:spPr>
          <a:xfrm>
            <a:off x="448056" y="621792"/>
            <a:ext cx="100584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CTS-pCOM-A8-M-02-SE-03-222-11-040-010-030-030</a:t>
            </a:r>
            <a:endParaRPr lang="ko-KR" sz="1008"/>
          </a:p>
        </p:txBody>
      </p:sp>
      <p:sp>
        <p:nvSpPr>
          <p:cNvPr id="7" name="Text 7"/>
          <p:cNvSpPr txBox="1"/>
          <p:nvPr/>
        </p:nvSpPr>
        <p:spPr>
          <a:xfrm>
            <a:off x="10149840" y="33832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29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 /  8 BIT</a:t>
            </a:r>
            <a:endParaRPr lang="ko-KR" sz="1296"/>
          </a:p>
        </p:txBody>
      </p:sp>
      <p:sp>
        <p:nvSpPr>
          <p:cNvPr id="8" name="Text 8"/>
          <p:cNvSpPr txBox="1"/>
          <p:nvPr/>
        </p:nvSpPr>
        <p:spPr>
          <a:xfrm>
            <a:off x="10149840" y="630936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02 / 05</a:t>
            </a:r>
            <a:endParaRPr lang="ko-KR" sz="864"/>
          </a:p>
        </p:txBody>
      </p:sp>
      <p:cxnSp>
        <p:nvCxnSpPr>
          <p:cNvPr id="9" name="Line 9"/>
          <p:cNvCxnSpPr/>
          <p:nvPr/>
        </p:nvCxnSpPr>
        <p:spPr>
          <a:xfrm>
            <a:off x="246888" y="905256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Line 10"/>
          <p:cNvCxnSpPr/>
          <p:nvPr/>
        </p:nvCxnSpPr>
        <p:spPr>
          <a:xfrm>
            <a:off x="246888" y="7434072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 11"/>
          <p:cNvSpPr txBox="1"/>
          <p:nvPr/>
        </p:nvSpPr>
        <p:spPr>
          <a:xfrm>
            <a:off x="438912" y="7552944"/>
            <a:ext cx="790956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DWG.  CTS-pCOM-A8-M-02-SE-03-222-11-040-010-030-030</a:t>
            </a:r>
            <a:endParaRPr lang="ko-KR" sz="864"/>
          </a:p>
        </p:txBody>
      </p:sp>
      <p:sp>
        <p:nvSpPr>
          <p:cNvPr id="12" name="Text 12"/>
          <p:cNvSpPr txBox="1"/>
          <p:nvPr/>
        </p:nvSpPr>
        <p:spPr>
          <a:xfrm>
            <a:off x="438912" y="7763256"/>
            <a:ext cx="809244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개략 연결도 · 치수 비례 아님  |  배선 정의와 검토 항목은 상세 시트 참조</a:t>
            </a:r>
            <a:endParaRPr lang="ko-KR" sz="792"/>
          </a:p>
        </p:txBody>
      </p:sp>
      <p:cxnSp>
        <p:nvCxnSpPr>
          <p:cNvPr id="13" name="Line 13"/>
          <p:cNvCxnSpPr/>
          <p:nvPr/>
        </p:nvCxnSpPr>
        <p:spPr>
          <a:xfrm>
            <a:off x="875080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 14"/>
          <p:cNvSpPr txBox="1"/>
          <p:nvPr/>
        </p:nvSpPr>
        <p:spPr>
          <a:xfrm>
            <a:off x="8897112" y="75255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REV.  V1.0</a:t>
            </a:r>
            <a:endParaRPr lang="ko-KR" sz="864"/>
          </a:p>
        </p:txBody>
      </p:sp>
      <p:sp>
        <p:nvSpPr>
          <p:cNvPr id="15" name="Text 15"/>
          <p:cNvSpPr txBox="1"/>
          <p:nvPr/>
        </p:nvSpPr>
        <p:spPr>
          <a:xfrm>
            <a:off x="8897112" y="7735824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DATE  2026-10-28</a:t>
            </a:r>
            <a:endParaRPr lang="ko-KR" sz="792"/>
          </a:p>
        </p:txBody>
      </p:sp>
      <p:cxnSp>
        <p:nvCxnSpPr>
          <p:cNvPr id="16" name="Line 16"/>
          <p:cNvCxnSpPr/>
          <p:nvPr/>
        </p:nvCxnSpPr>
        <p:spPr>
          <a:xfrm>
            <a:off x="1062532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 17"/>
          <p:cNvSpPr txBox="1"/>
          <p:nvPr/>
        </p:nvSpPr>
        <p:spPr>
          <a:xfrm>
            <a:off x="10716768" y="7525512"/>
            <a:ext cx="154533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MASTER</a:t>
            </a:r>
            <a:endParaRPr lang="ko-KR" sz="1152"/>
          </a:p>
        </p:txBody>
      </p:sp>
      <p:sp>
        <p:nvSpPr>
          <p:cNvPr id="18" name="Text 18"/>
          <p:cNvSpPr txBox="1"/>
          <p:nvPr/>
        </p:nvSpPr>
        <p:spPr>
          <a:xfrm>
            <a:off x="10716768" y="774496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CABLE ASSY</a:t>
            </a:r>
            <a:endParaRPr lang="ko-KR" sz="720"/>
          </a:p>
        </p:txBody>
      </p:sp>
      <p:sp>
        <p:nvSpPr>
          <p:cNvPr id="19" name="Text 19"/>
          <p:cNvSpPr txBox="1"/>
          <p:nvPr/>
        </p:nvSpPr>
        <p:spPr>
          <a:xfrm>
            <a:off x="457200" y="1024128"/>
            <a:ext cx="113385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MASTER  /  SMR 12핀 ×2 · A Type</a:t>
            </a:r>
            <a:endParaRPr lang="ko-KR" sz="1080"/>
          </a:p>
        </p:txBody>
      </p:sp>
      <p:sp>
        <p:nvSpPr>
          <p:cNvPr id="20" name="Shape 20"/>
          <p:cNvSpPr/>
          <p:nvPr/>
        </p:nvSpPr>
        <p:spPr>
          <a:xfrm>
            <a:off x="457200" y="1417320"/>
            <a:ext cx="132588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21208" y="144475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본체/기능</a:t>
            </a:r>
            <a:endParaRPr lang="ko-KR" sz="828"/>
          </a:p>
        </p:txBody>
      </p:sp>
      <p:sp>
        <p:nvSpPr>
          <p:cNvPr id="22" name="Shape 22"/>
          <p:cNvSpPr/>
          <p:nvPr/>
        </p:nvSpPr>
        <p:spPr>
          <a:xfrm>
            <a:off x="1783080" y="1417320"/>
            <a:ext cx="64008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847088" y="144475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PIN</a:t>
            </a:r>
            <a:endParaRPr lang="ko-KR" sz="828"/>
          </a:p>
        </p:txBody>
      </p:sp>
      <p:sp>
        <p:nvSpPr>
          <p:cNvPr id="24" name="Shape 24"/>
          <p:cNvSpPr/>
          <p:nvPr/>
        </p:nvSpPr>
        <p:spPr>
          <a:xfrm>
            <a:off x="2423160" y="1417320"/>
            <a:ext cx="214884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487168" y="144475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신호명</a:t>
            </a:r>
            <a:endParaRPr lang="ko-KR" sz="828"/>
          </a:p>
        </p:txBody>
      </p:sp>
      <p:sp>
        <p:nvSpPr>
          <p:cNvPr id="26" name="Shape 26"/>
          <p:cNvSpPr/>
          <p:nvPr/>
        </p:nvSpPr>
        <p:spPr>
          <a:xfrm>
            <a:off x="4572000" y="1417320"/>
            <a:ext cx="201168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636008" y="144475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선색</a:t>
            </a:r>
            <a:endParaRPr lang="ko-KR" sz="828"/>
          </a:p>
        </p:txBody>
      </p:sp>
      <p:sp>
        <p:nvSpPr>
          <p:cNvPr id="28" name="Shape 28"/>
          <p:cNvSpPr/>
          <p:nvPr/>
        </p:nvSpPr>
        <p:spPr>
          <a:xfrm>
            <a:off x="6583680" y="1417320"/>
            <a:ext cx="576072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6647688" y="144475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상대 핀 / 처리</a:t>
            </a:r>
            <a:endParaRPr lang="ko-KR" sz="828"/>
          </a:p>
        </p:txBody>
      </p:sp>
      <p:sp>
        <p:nvSpPr>
          <p:cNvPr id="30" name="Shape 30"/>
          <p:cNvSpPr/>
          <p:nvPr/>
        </p:nvSpPr>
        <p:spPr>
          <a:xfrm>
            <a:off x="457200" y="1682496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521208" y="170992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32" name="Shape 32"/>
          <p:cNvSpPr/>
          <p:nvPr/>
        </p:nvSpPr>
        <p:spPr>
          <a:xfrm>
            <a:off x="1783080" y="1682496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1847088" y="170992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34" name="Shape 34"/>
          <p:cNvSpPr/>
          <p:nvPr/>
        </p:nvSpPr>
        <p:spPr>
          <a:xfrm>
            <a:off x="2423160" y="1682496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2487168" y="170992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VIN</a:t>
            </a:r>
            <a:endParaRPr lang="ko-KR" sz="828"/>
          </a:p>
        </p:txBody>
      </p:sp>
      <p:sp>
        <p:nvSpPr>
          <p:cNvPr id="36" name="Shape 36"/>
          <p:cNvSpPr/>
          <p:nvPr/>
        </p:nvSpPr>
        <p:spPr>
          <a:xfrm>
            <a:off x="4572000" y="1682496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4636008" y="170992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</a:t>
            </a:r>
            <a:endParaRPr lang="ko-KR" sz="828"/>
          </a:p>
        </p:txBody>
      </p:sp>
      <p:sp>
        <p:nvSpPr>
          <p:cNvPr id="38" name="Shape 38"/>
          <p:cNvSpPr/>
          <p:nvPr/>
        </p:nvSpPr>
        <p:spPr>
          <a:xfrm>
            <a:off x="6583680" y="1682496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6647688" y="170992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OUT:11</a:t>
            </a:r>
            <a:endParaRPr lang="ko-KR" sz="828"/>
          </a:p>
        </p:txBody>
      </p:sp>
      <p:sp>
        <p:nvSpPr>
          <p:cNvPr id="40" name="Shape 40"/>
          <p:cNvSpPr/>
          <p:nvPr/>
        </p:nvSpPr>
        <p:spPr>
          <a:xfrm>
            <a:off x="457200" y="1947672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521208" y="197510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42" name="Shape 42"/>
          <p:cNvSpPr/>
          <p:nvPr/>
        </p:nvSpPr>
        <p:spPr>
          <a:xfrm>
            <a:off x="1783080" y="1947672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847088" y="197510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</a:t>
            </a:r>
            <a:endParaRPr lang="ko-KR" sz="828"/>
          </a:p>
        </p:txBody>
      </p:sp>
      <p:sp>
        <p:nvSpPr>
          <p:cNvPr id="44" name="Shape 44"/>
          <p:cNvSpPr/>
          <p:nvPr/>
        </p:nvSpPr>
        <p:spPr>
          <a:xfrm>
            <a:off x="2423160" y="1947672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2487168" y="197510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GND</a:t>
            </a:r>
            <a:endParaRPr lang="ko-KR" sz="828"/>
          </a:p>
        </p:txBody>
      </p:sp>
      <p:sp>
        <p:nvSpPr>
          <p:cNvPr id="46" name="Shape 46"/>
          <p:cNvSpPr/>
          <p:nvPr/>
        </p:nvSpPr>
        <p:spPr>
          <a:xfrm>
            <a:off x="4572000" y="1947672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4636008" y="197510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</a:t>
            </a:r>
            <a:endParaRPr lang="ko-KR" sz="828"/>
          </a:p>
        </p:txBody>
      </p:sp>
      <p:sp>
        <p:nvSpPr>
          <p:cNvPr id="48" name="Shape 48"/>
          <p:cNvSpPr/>
          <p:nvPr/>
        </p:nvSpPr>
        <p:spPr>
          <a:xfrm>
            <a:off x="6583680" y="1947672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6647688" y="197510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OUT:12</a:t>
            </a:r>
            <a:endParaRPr lang="ko-KR" sz="828"/>
          </a:p>
        </p:txBody>
      </p:sp>
      <p:sp>
        <p:nvSpPr>
          <p:cNvPr id="50" name="Shape 50"/>
          <p:cNvSpPr/>
          <p:nvPr/>
        </p:nvSpPr>
        <p:spPr>
          <a:xfrm>
            <a:off x="457200" y="2212848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521208" y="224028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52" name="Shape 52"/>
          <p:cNvSpPr/>
          <p:nvPr/>
        </p:nvSpPr>
        <p:spPr>
          <a:xfrm>
            <a:off x="1783080" y="2212848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1847088" y="224028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3</a:t>
            </a:r>
            <a:endParaRPr lang="ko-KR" sz="828"/>
          </a:p>
        </p:txBody>
      </p:sp>
      <p:sp>
        <p:nvSpPr>
          <p:cNvPr id="54" name="Shape 54"/>
          <p:cNvSpPr/>
          <p:nvPr/>
        </p:nvSpPr>
        <p:spPr>
          <a:xfrm>
            <a:off x="2423160" y="2212848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2487168" y="224028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GND</a:t>
            </a:r>
            <a:endParaRPr lang="ko-KR" sz="828"/>
          </a:p>
        </p:txBody>
      </p:sp>
      <p:sp>
        <p:nvSpPr>
          <p:cNvPr id="56" name="Shape 56"/>
          <p:cNvSpPr/>
          <p:nvPr/>
        </p:nvSpPr>
        <p:spPr>
          <a:xfrm>
            <a:off x="4572000" y="2212848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7" name="Text 57"/>
          <p:cNvSpPr txBox="1"/>
          <p:nvPr/>
        </p:nvSpPr>
        <p:spPr>
          <a:xfrm>
            <a:off x="4636008" y="224028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빨</a:t>
            </a:r>
            <a:endParaRPr lang="ko-KR" sz="828"/>
          </a:p>
        </p:txBody>
      </p:sp>
      <p:sp>
        <p:nvSpPr>
          <p:cNvPr id="58" name="Shape 58"/>
          <p:cNvSpPr/>
          <p:nvPr/>
        </p:nvSpPr>
        <p:spPr>
          <a:xfrm>
            <a:off x="6583680" y="2212848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6647688" y="224028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MAINT:3</a:t>
            </a:r>
            <a:endParaRPr lang="ko-KR" sz="828"/>
          </a:p>
        </p:txBody>
      </p:sp>
      <p:sp>
        <p:nvSpPr>
          <p:cNvPr id="60" name="Shape 60"/>
          <p:cNvSpPr/>
          <p:nvPr/>
        </p:nvSpPr>
        <p:spPr>
          <a:xfrm>
            <a:off x="457200" y="2478024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521208" y="250545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62" name="Shape 62"/>
          <p:cNvSpPr/>
          <p:nvPr/>
        </p:nvSpPr>
        <p:spPr>
          <a:xfrm>
            <a:off x="1783080" y="2478024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1847088" y="250545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4</a:t>
            </a:r>
            <a:endParaRPr lang="ko-KR" sz="828"/>
          </a:p>
        </p:txBody>
      </p:sp>
      <p:sp>
        <p:nvSpPr>
          <p:cNvPr id="64" name="Shape 64"/>
          <p:cNvSpPr/>
          <p:nvPr/>
        </p:nvSpPr>
        <p:spPr>
          <a:xfrm>
            <a:off x="2423160" y="2478024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2487168" y="250545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TX0</a:t>
            </a:r>
            <a:endParaRPr lang="ko-KR" sz="828"/>
          </a:p>
        </p:txBody>
      </p:sp>
      <p:sp>
        <p:nvSpPr>
          <p:cNvPr id="66" name="Shape 66"/>
          <p:cNvSpPr/>
          <p:nvPr/>
        </p:nvSpPr>
        <p:spPr>
          <a:xfrm>
            <a:off x="4572000" y="2478024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7" name="Text 67"/>
          <p:cNvSpPr txBox="1"/>
          <p:nvPr/>
        </p:nvSpPr>
        <p:spPr>
          <a:xfrm>
            <a:off x="4636008" y="250545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</a:t>
            </a:r>
            <a:endParaRPr lang="ko-KR" sz="828"/>
          </a:p>
        </p:txBody>
      </p:sp>
      <p:sp>
        <p:nvSpPr>
          <p:cNvPr id="68" name="Shape 68"/>
          <p:cNvSpPr/>
          <p:nvPr/>
        </p:nvSpPr>
        <p:spPr>
          <a:xfrm>
            <a:off x="6583680" y="2478024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9" name="Text 69"/>
          <p:cNvSpPr txBox="1"/>
          <p:nvPr/>
        </p:nvSpPr>
        <p:spPr>
          <a:xfrm>
            <a:off x="6647688" y="250545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MAINT:1</a:t>
            </a:r>
            <a:endParaRPr lang="ko-KR" sz="828"/>
          </a:p>
        </p:txBody>
      </p:sp>
      <p:sp>
        <p:nvSpPr>
          <p:cNvPr id="70" name="Shape 70"/>
          <p:cNvSpPr/>
          <p:nvPr/>
        </p:nvSpPr>
        <p:spPr>
          <a:xfrm>
            <a:off x="457200" y="2743200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521208" y="277063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72" name="Shape 72"/>
          <p:cNvSpPr/>
          <p:nvPr/>
        </p:nvSpPr>
        <p:spPr>
          <a:xfrm>
            <a:off x="1783080" y="2743200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1847088" y="277063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</a:t>
            </a:r>
            <a:endParaRPr lang="ko-KR" sz="828"/>
          </a:p>
        </p:txBody>
      </p:sp>
      <p:sp>
        <p:nvSpPr>
          <p:cNvPr id="74" name="Shape 74"/>
          <p:cNvSpPr/>
          <p:nvPr/>
        </p:nvSpPr>
        <p:spPr>
          <a:xfrm>
            <a:off x="2423160" y="2743200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5" name="Text 75"/>
          <p:cNvSpPr txBox="1"/>
          <p:nvPr/>
        </p:nvSpPr>
        <p:spPr>
          <a:xfrm>
            <a:off x="2487168" y="277063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RX0</a:t>
            </a:r>
            <a:endParaRPr lang="ko-KR" sz="828"/>
          </a:p>
        </p:txBody>
      </p:sp>
      <p:sp>
        <p:nvSpPr>
          <p:cNvPr id="76" name="Shape 76"/>
          <p:cNvSpPr/>
          <p:nvPr/>
        </p:nvSpPr>
        <p:spPr>
          <a:xfrm>
            <a:off x="4572000" y="2743200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7" name="Text 77"/>
          <p:cNvSpPr txBox="1"/>
          <p:nvPr/>
        </p:nvSpPr>
        <p:spPr>
          <a:xfrm>
            <a:off x="4636008" y="277063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갈</a:t>
            </a:r>
            <a:endParaRPr lang="ko-KR" sz="828"/>
          </a:p>
        </p:txBody>
      </p:sp>
      <p:sp>
        <p:nvSpPr>
          <p:cNvPr id="78" name="Shape 78"/>
          <p:cNvSpPr/>
          <p:nvPr/>
        </p:nvSpPr>
        <p:spPr>
          <a:xfrm>
            <a:off x="6583680" y="2743200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6647688" y="277063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MAINT:2</a:t>
            </a:r>
            <a:endParaRPr lang="ko-KR" sz="828"/>
          </a:p>
        </p:txBody>
      </p:sp>
      <p:sp>
        <p:nvSpPr>
          <p:cNvPr id="80" name="Shape 80"/>
          <p:cNvSpPr/>
          <p:nvPr/>
        </p:nvSpPr>
        <p:spPr>
          <a:xfrm>
            <a:off x="457200" y="3008376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521208" y="303580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82" name="Shape 82"/>
          <p:cNvSpPr/>
          <p:nvPr/>
        </p:nvSpPr>
        <p:spPr>
          <a:xfrm>
            <a:off x="1783080" y="3008376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1847088" y="303580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6</a:t>
            </a:r>
            <a:endParaRPr lang="ko-KR" sz="828"/>
          </a:p>
        </p:txBody>
      </p:sp>
      <p:sp>
        <p:nvSpPr>
          <p:cNvPr id="84" name="Shape 84"/>
          <p:cNvSpPr/>
          <p:nvPr/>
        </p:nvSpPr>
        <p:spPr>
          <a:xfrm>
            <a:off x="2423160" y="3008376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5" name="Text 85"/>
          <p:cNvSpPr txBox="1"/>
          <p:nvPr/>
        </p:nvSpPr>
        <p:spPr>
          <a:xfrm>
            <a:off x="2487168" y="303580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SELECT</a:t>
            </a:r>
            <a:endParaRPr lang="ko-KR" sz="828"/>
          </a:p>
        </p:txBody>
      </p:sp>
      <p:sp>
        <p:nvSpPr>
          <p:cNvPr id="86" name="Shape 86"/>
          <p:cNvSpPr/>
          <p:nvPr/>
        </p:nvSpPr>
        <p:spPr>
          <a:xfrm>
            <a:off x="4572000" y="3008376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7" name="Text 87"/>
          <p:cNvSpPr txBox="1"/>
          <p:nvPr/>
        </p:nvSpPr>
        <p:spPr>
          <a:xfrm>
            <a:off x="4636008" y="303580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분-빨2</a:t>
            </a:r>
            <a:endParaRPr lang="ko-KR" sz="828"/>
          </a:p>
        </p:txBody>
      </p:sp>
      <p:sp>
        <p:nvSpPr>
          <p:cNvPr id="88" name="Shape 88"/>
          <p:cNvSpPr/>
          <p:nvPr/>
        </p:nvSpPr>
        <p:spPr>
          <a:xfrm>
            <a:off x="6583680" y="3008376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9" name="Text 89"/>
          <p:cNvSpPr txBox="1"/>
          <p:nvPr/>
        </p:nvSpPr>
        <p:spPr>
          <a:xfrm>
            <a:off x="6647688" y="303580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IN:11</a:t>
            </a:r>
            <a:endParaRPr lang="ko-KR" sz="828"/>
          </a:p>
        </p:txBody>
      </p:sp>
      <p:sp>
        <p:nvSpPr>
          <p:cNvPr id="90" name="Shape 90"/>
          <p:cNvSpPr/>
          <p:nvPr/>
        </p:nvSpPr>
        <p:spPr>
          <a:xfrm>
            <a:off x="457200" y="3273552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521208" y="330098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92" name="Shape 92"/>
          <p:cNvSpPr/>
          <p:nvPr/>
        </p:nvSpPr>
        <p:spPr>
          <a:xfrm>
            <a:off x="1783080" y="3273552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3" name="Text 93"/>
          <p:cNvSpPr txBox="1"/>
          <p:nvPr/>
        </p:nvSpPr>
        <p:spPr>
          <a:xfrm>
            <a:off x="1847088" y="330098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7</a:t>
            </a:r>
            <a:endParaRPr lang="ko-KR" sz="828"/>
          </a:p>
        </p:txBody>
      </p:sp>
      <p:sp>
        <p:nvSpPr>
          <p:cNvPr id="94" name="Shape 94"/>
          <p:cNvSpPr/>
          <p:nvPr/>
        </p:nvSpPr>
        <p:spPr>
          <a:xfrm>
            <a:off x="2423160" y="3273552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5" name="Text 95"/>
          <p:cNvSpPr txBox="1"/>
          <p:nvPr/>
        </p:nvSpPr>
        <p:spPr>
          <a:xfrm>
            <a:off x="2487168" y="330098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MODE</a:t>
            </a:r>
            <a:endParaRPr lang="ko-KR" sz="828"/>
          </a:p>
        </p:txBody>
      </p:sp>
      <p:sp>
        <p:nvSpPr>
          <p:cNvPr id="96" name="Shape 96"/>
          <p:cNvSpPr/>
          <p:nvPr/>
        </p:nvSpPr>
        <p:spPr>
          <a:xfrm>
            <a:off x="4572000" y="3273552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7" name="Text 97"/>
          <p:cNvSpPr txBox="1"/>
          <p:nvPr/>
        </p:nvSpPr>
        <p:spPr>
          <a:xfrm>
            <a:off x="4636008" y="330098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분-빨1</a:t>
            </a:r>
            <a:endParaRPr lang="ko-KR" sz="828"/>
          </a:p>
        </p:txBody>
      </p:sp>
      <p:sp>
        <p:nvSpPr>
          <p:cNvPr id="98" name="Shape 98"/>
          <p:cNvSpPr/>
          <p:nvPr/>
        </p:nvSpPr>
        <p:spPr>
          <a:xfrm>
            <a:off x="6583680" y="3273552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9" name="Text 99"/>
          <p:cNvSpPr txBox="1"/>
          <p:nvPr/>
        </p:nvSpPr>
        <p:spPr>
          <a:xfrm>
            <a:off x="6647688" y="330098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IN:12</a:t>
            </a:r>
            <a:endParaRPr lang="ko-KR" sz="828"/>
          </a:p>
        </p:txBody>
      </p:sp>
      <p:sp>
        <p:nvSpPr>
          <p:cNvPr id="100" name="Shape 100"/>
          <p:cNvSpPr/>
          <p:nvPr/>
        </p:nvSpPr>
        <p:spPr>
          <a:xfrm>
            <a:off x="457200" y="3538728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1" name="Text 101"/>
          <p:cNvSpPr txBox="1"/>
          <p:nvPr/>
        </p:nvSpPr>
        <p:spPr>
          <a:xfrm>
            <a:off x="521208" y="356616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02" name="Shape 102"/>
          <p:cNvSpPr/>
          <p:nvPr/>
        </p:nvSpPr>
        <p:spPr>
          <a:xfrm>
            <a:off x="1783080" y="3538728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3" name="Text 103"/>
          <p:cNvSpPr txBox="1"/>
          <p:nvPr/>
        </p:nvSpPr>
        <p:spPr>
          <a:xfrm>
            <a:off x="1847088" y="356616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8</a:t>
            </a:r>
            <a:endParaRPr lang="ko-KR" sz="828"/>
          </a:p>
        </p:txBody>
      </p:sp>
      <p:sp>
        <p:nvSpPr>
          <p:cNvPr id="104" name="Shape 104"/>
          <p:cNvSpPr/>
          <p:nvPr/>
        </p:nvSpPr>
        <p:spPr>
          <a:xfrm>
            <a:off x="2423160" y="3538728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2487168" y="356616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IN8</a:t>
            </a:r>
            <a:endParaRPr lang="ko-KR" sz="828"/>
          </a:p>
        </p:txBody>
      </p:sp>
      <p:sp>
        <p:nvSpPr>
          <p:cNvPr id="106" name="Shape 106"/>
          <p:cNvSpPr/>
          <p:nvPr/>
        </p:nvSpPr>
        <p:spPr>
          <a:xfrm>
            <a:off x="4572000" y="3538728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4636008" y="356616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흰-빨4</a:t>
            </a:r>
            <a:endParaRPr lang="ko-KR" sz="828"/>
          </a:p>
        </p:txBody>
      </p:sp>
      <p:sp>
        <p:nvSpPr>
          <p:cNvPr id="108" name="Shape 108"/>
          <p:cNvSpPr/>
          <p:nvPr/>
        </p:nvSpPr>
        <p:spPr>
          <a:xfrm>
            <a:off x="6583680" y="3538728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6647688" y="356616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IN:8</a:t>
            </a:r>
            <a:endParaRPr lang="ko-KR" sz="828"/>
          </a:p>
        </p:txBody>
      </p:sp>
      <p:sp>
        <p:nvSpPr>
          <p:cNvPr id="110" name="Shape 110"/>
          <p:cNvSpPr/>
          <p:nvPr/>
        </p:nvSpPr>
        <p:spPr>
          <a:xfrm>
            <a:off x="457200" y="3803904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1" name="Text 111"/>
          <p:cNvSpPr txBox="1"/>
          <p:nvPr/>
        </p:nvSpPr>
        <p:spPr>
          <a:xfrm>
            <a:off x="521208" y="383133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12" name="Shape 112"/>
          <p:cNvSpPr/>
          <p:nvPr/>
        </p:nvSpPr>
        <p:spPr>
          <a:xfrm>
            <a:off x="1783080" y="3803904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1847088" y="383133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9</a:t>
            </a:r>
            <a:endParaRPr lang="ko-KR" sz="828"/>
          </a:p>
        </p:txBody>
      </p:sp>
      <p:sp>
        <p:nvSpPr>
          <p:cNvPr id="114" name="Shape 114"/>
          <p:cNvSpPr/>
          <p:nvPr/>
        </p:nvSpPr>
        <p:spPr>
          <a:xfrm>
            <a:off x="2423160" y="3803904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5" name="Text 115"/>
          <p:cNvSpPr txBox="1"/>
          <p:nvPr/>
        </p:nvSpPr>
        <p:spPr>
          <a:xfrm>
            <a:off x="2487168" y="383133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IN7</a:t>
            </a:r>
            <a:endParaRPr lang="ko-KR" sz="828"/>
          </a:p>
        </p:txBody>
      </p:sp>
      <p:sp>
        <p:nvSpPr>
          <p:cNvPr id="116" name="Shape 116"/>
          <p:cNvSpPr/>
          <p:nvPr/>
        </p:nvSpPr>
        <p:spPr>
          <a:xfrm>
            <a:off x="4572000" y="3803904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4636008" y="383133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흰-빨3</a:t>
            </a:r>
            <a:endParaRPr lang="ko-KR" sz="828"/>
          </a:p>
        </p:txBody>
      </p:sp>
      <p:sp>
        <p:nvSpPr>
          <p:cNvPr id="118" name="Shape 118"/>
          <p:cNvSpPr/>
          <p:nvPr/>
        </p:nvSpPr>
        <p:spPr>
          <a:xfrm>
            <a:off x="6583680" y="3803904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9" name="Text 119"/>
          <p:cNvSpPr txBox="1"/>
          <p:nvPr/>
        </p:nvSpPr>
        <p:spPr>
          <a:xfrm>
            <a:off x="6647688" y="383133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IN:7</a:t>
            </a:r>
            <a:endParaRPr lang="ko-KR" sz="828"/>
          </a:p>
        </p:txBody>
      </p:sp>
      <p:sp>
        <p:nvSpPr>
          <p:cNvPr id="120" name="Shape 120"/>
          <p:cNvSpPr/>
          <p:nvPr/>
        </p:nvSpPr>
        <p:spPr>
          <a:xfrm>
            <a:off x="457200" y="4069080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521208" y="409651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22" name="Shape 122"/>
          <p:cNvSpPr/>
          <p:nvPr/>
        </p:nvSpPr>
        <p:spPr>
          <a:xfrm>
            <a:off x="1783080" y="4069080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3" name="Text 123"/>
          <p:cNvSpPr txBox="1"/>
          <p:nvPr/>
        </p:nvSpPr>
        <p:spPr>
          <a:xfrm>
            <a:off x="1847088" y="409651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10</a:t>
            </a:r>
            <a:endParaRPr lang="ko-KR" sz="828"/>
          </a:p>
        </p:txBody>
      </p:sp>
      <p:sp>
        <p:nvSpPr>
          <p:cNvPr id="124" name="Shape 124"/>
          <p:cNvSpPr/>
          <p:nvPr/>
        </p:nvSpPr>
        <p:spPr>
          <a:xfrm>
            <a:off x="2423160" y="4069080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2487168" y="409651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IN6</a:t>
            </a:r>
            <a:endParaRPr lang="ko-KR" sz="828"/>
          </a:p>
        </p:txBody>
      </p:sp>
      <p:sp>
        <p:nvSpPr>
          <p:cNvPr id="126" name="Shape 126"/>
          <p:cNvSpPr/>
          <p:nvPr/>
        </p:nvSpPr>
        <p:spPr>
          <a:xfrm>
            <a:off x="4572000" y="4069080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4636008" y="409651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흰-빨2</a:t>
            </a:r>
            <a:endParaRPr lang="ko-KR" sz="828"/>
          </a:p>
        </p:txBody>
      </p:sp>
      <p:sp>
        <p:nvSpPr>
          <p:cNvPr id="128" name="Shape 128"/>
          <p:cNvSpPr/>
          <p:nvPr/>
        </p:nvSpPr>
        <p:spPr>
          <a:xfrm>
            <a:off x="6583680" y="4069080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6647688" y="409651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IN:6</a:t>
            </a:r>
            <a:endParaRPr lang="ko-KR" sz="828"/>
          </a:p>
        </p:txBody>
      </p:sp>
      <p:sp>
        <p:nvSpPr>
          <p:cNvPr id="130" name="Shape 130"/>
          <p:cNvSpPr/>
          <p:nvPr/>
        </p:nvSpPr>
        <p:spPr>
          <a:xfrm>
            <a:off x="457200" y="4334256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1" name="Text 131"/>
          <p:cNvSpPr txBox="1"/>
          <p:nvPr/>
        </p:nvSpPr>
        <p:spPr>
          <a:xfrm>
            <a:off x="521208" y="4361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32" name="Shape 132"/>
          <p:cNvSpPr/>
          <p:nvPr/>
        </p:nvSpPr>
        <p:spPr>
          <a:xfrm>
            <a:off x="1783080" y="4334256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1847088" y="436168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11</a:t>
            </a:r>
            <a:endParaRPr lang="ko-KR" sz="828"/>
          </a:p>
        </p:txBody>
      </p:sp>
      <p:sp>
        <p:nvSpPr>
          <p:cNvPr id="134" name="Shape 134"/>
          <p:cNvSpPr/>
          <p:nvPr/>
        </p:nvSpPr>
        <p:spPr>
          <a:xfrm>
            <a:off x="2423160" y="4334256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2487168" y="436168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IN5</a:t>
            </a:r>
            <a:endParaRPr lang="ko-KR" sz="828"/>
          </a:p>
        </p:txBody>
      </p:sp>
      <p:sp>
        <p:nvSpPr>
          <p:cNvPr id="136" name="Shape 136"/>
          <p:cNvSpPr/>
          <p:nvPr/>
        </p:nvSpPr>
        <p:spPr>
          <a:xfrm>
            <a:off x="4572000" y="4334256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7" name="Text 137"/>
          <p:cNvSpPr txBox="1"/>
          <p:nvPr/>
        </p:nvSpPr>
        <p:spPr>
          <a:xfrm>
            <a:off x="4636008" y="436168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흰-빨1</a:t>
            </a:r>
            <a:endParaRPr lang="ko-KR" sz="828"/>
          </a:p>
        </p:txBody>
      </p:sp>
      <p:sp>
        <p:nvSpPr>
          <p:cNvPr id="138" name="Shape 138"/>
          <p:cNvSpPr/>
          <p:nvPr/>
        </p:nvSpPr>
        <p:spPr>
          <a:xfrm>
            <a:off x="6583680" y="4334256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6647688" y="436168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IN:5</a:t>
            </a:r>
            <a:endParaRPr lang="ko-KR" sz="828"/>
          </a:p>
        </p:txBody>
      </p:sp>
      <p:sp>
        <p:nvSpPr>
          <p:cNvPr id="140" name="Shape 140"/>
          <p:cNvSpPr/>
          <p:nvPr/>
        </p:nvSpPr>
        <p:spPr>
          <a:xfrm>
            <a:off x="457200" y="4599432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521208" y="462686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42" name="Shape 142"/>
          <p:cNvSpPr/>
          <p:nvPr/>
        </p:nvSpPr>
        <p:spPr>
          <a:xfrm>
            <a:off x="1783080" y="4599432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3" name="Text 143"/>
          <p:cNvSpPr txBox="1"/>
          <p:nvPr/>
        </p:nvSpPr>
        <p:spPr>
          <a:xfrm>
            <a:off x="1847088" y="462686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12</a:t>
            </a:r>
            <a:endParaRPr lang="ko-KR" sz="828"/>
          </a:p>
        </p:txBody>
      </p:sp>
      <p:sp>
        <p:nvSpPr>
          <p:cNvPr id="144" name="Shape 144"/>
          <p:cNvSpPr/>
          <p:nvPr/>
        </p:nvSpPr>
        <p:spPr>
          <a:xfrm>
            <a:off x="2423160" y="4599432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5" name="Text 145"/>
          <p:cNvSpPr txBox="1"/>
          <p:nvPr/>
        </p:nvSpPr>
        <p:spPr>
          <a:xfrm>
            <a:off x="2487168" y="462686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IN4</a:t>
            </a:r>
            <a:endParaRPr lang="ko-KR" sz="828"/>
          </a:p>
        </p:txBody>
      </p:sp>
      <p:sp>
        <p:nvSpPr>
          <p:cNvPr id="146" name="Shape 146"/>
          <p:cNvSpPr/>
          <p:nvPr/>
        </p:nvSpPr>
        <p:spPr>
          <a:xfrm>
            <a:off x="4572000" y="4599432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4636008" y="462686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흰-검4</a:t>
            </a:r>
            <a:endParaRPr lang="ko-KR" sz="828"/>
          </a:p>
        </p:txBody>
      </p:sp>
      <p:sp>
        <p:nvSpPr>
          <p:cNvPr id="148" name="Shape 148"/>
          <p:cNvSpPr/>
          <p:nvPr/>
        </p:nvSpPr>
        <p:spPr>
          <a:xfrm>
            <a:off x="6583680" y="4599432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9" name="Text 149"/>
          <p:cNvSpPr txBox="1"/>
          <p:nvPr/>
        </p:nvSpPr>
        <p:spPr>
          <a:xfrm>
            <a:off x="6647688" y="462686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IN:4</a:t>
            </a:r>
            <a:endParaRPr lang="ko-KR" sz="828"/>
          </a:p>
        </p:txBody>
      </p:sp>
      <p:sp>
        <p:nvSpPr>
          <p:cNvPr id="150" name="Shape 150"/>
          <p:cNvSpPr/>
          <p:nvPr/>
        </p:nvSpPr>
        <p:spPr>
          <a:xfrm>
            <a:off x="457200" y="4864608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1" name="Text 151"/>
          <p:cNvSpPr txBox="1"/>
          <p:nvPr/>
        </p:nvSpPr>
        <p:spPr>
          <a:xfrm>
            <a:off x="521208" y="489204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52" name="Shape 152"/>
          <p:cNvSpPr/>
          <p:nvPr/>
        </p:nvSpPr>
        <p:spPr>
          <a:xfrm>
            <a:off x="1783080" y="4864608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3" name="Text 153"/>
          <p:cNvSpPr txBox="1"/>
          <p:nvPr/>
        </p:nvSpPr>
        <p:spPr>
          <a:xfrm>
            <a:off x="1847088" y="489204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13</a:t>
            </a:r>
            <a:endParaRPr lang="ko-KR" sz="828"/>
          </a:p>
        </p:txBody>
      </p:sp>
      <p:sp>
        <p:nvSpPr>
          <p:cNvPr id="154" name="Shape 154"/>
          <p:cNvSpPr/>
          <p:nvPr/>
        </p:nvSpPr>
        <p:spPr>
          <a:xfrm>
            <a:off x="2423160" y="4864608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5" name="Text 155"/>
          <p:cNvSpPr txBox="1"/>
          <p:nvPr/>
        </p:nvSpPr>
        <p:spPr>
          <a:xfrm>
            <a:off x="2487168" y="489204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IN3</a:t>
            </a:r>
            <a:endParaRPr lang="ko-KR" sz="828"/>
          </a:p>
        </p:txBody>
      </p:sp>
      <p:sp>
        <p:nvSpPr>
          <p:cNvPr id="156" name="Shape 156"/>
          <p:cNvSpPr/>
          <p:nvPr/>
        </p:nvSpPr>
        <p:spPr>
          <a:xfrm>
            <a:off x="4572000" y="4864608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7" name="Text 157"/>
          <p:cNvSpPr txBox="1"/>
          <p:nvPr/>
        </p:nvSpPr>
        <p:spPr>
          <a:xfrm>
            <a:off x="4636008" y="489204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흰-검3</a:t>
            </a:r>
            <a:endParaRPr lang="ko-KR" sz="828"/>
          </a:p>
        </p:txBody>
      </p:sp>
      <p:sp>
        <p:nvSpPr>
          <p:cNvPr id="158" name="Shape 158"/>
          <p:cNvSpPr/>
          <p:nvPr/>
        </p:nvSpPr>
        <p:spPr>
          <a:xfrm>
            <a:off x="6583680" y="4864608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9" name="Text 159"/>
          <p:cNvSpPr txBox="1"/>
          <p:nvPr/>
        </p:nvSpPr>
        <p:spPr>
          <a:xfrm>
            <a:off x="6647688" y="489204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IN:3</a:t>
            </a:r>
            <a:endParaRPr lang="ko-KR" sz="828"/>
          </a:p>
        </p:txBody>
      </p:sp>
      <p:sp>
        <p:nvSpPr>
          <p:cNvPr id="160" name="Shape 160"/>
          <p:cNvSpPr/>
          <p:nvPr/>
        </p:nvSpPr>
        <p:spPr>
          <a:xfrm>
            <a:off x="457200" y="5129784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1" name="Text 161"/>
          <p:cNvSpPr txBox="1"/>
          <p:nvPr/>
        </p:nvSpPr>
        <p:spPr>
          <a:xfrm>
            <a:off x="521208" y="515721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62" name="Shape 162"/>
          <p:cNvSpPr/>
          <p:nvPr/>
        </p:nvSpPr>
        <p:spPr>
          <a:xfrm>
            <a:off x="1783080" y="5129784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3" name="Text 163"/>
          <p:cNvSpPr txBox="1"/>
          <p:nvPr/>
        </p:nvSpPr>
        <p:spPr>
          <a:xfrm>
            <a:off x="1847088" y="515721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14</a:t>
            </a:r>
            <a:endParaRPr lang="ko-KR" sz="828"/>
          </a:p>
        </p:txBody>
      </p:sp>
      <p:sp>
        <p:nvSpPr>
          <p:cNvPr id="164" name="Shape 164"/>
          <p:cNvSpPr/>
          <p:nvPr/>
        </p:nvSpPr>
        <p:spPr>
          <a:xfrm>
            <a:off x="2423160" y="5129784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5" name="Text 165"/>
          <p:cNvSpPr txBox="1"/>
          <p:nvPr/>
        </p:nvSpPr>
        <p:spPr>
          <a:xfrm>
            <a:off x="2487168" y="515721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IN2</a:t>
            </a:r>
            <a:endParaRPr lang="ko-KR" sz="828"/>
          </a:p>
        </p:txBody>
      </p:sp>
      <p:sp>
        <p:nvSpPr>
          <p:cNvPr id="166" name="Shape 166"/>
          <p:cNvSpPr/>
          <p:nvPr/>
        </p:nvSpPr>
        <p:spPr>
          <a:xfrm>
            <a:off x="4572000" y="5129784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7" name="Text 167"/>
          <p:cNvSpPr txBox="1"/>
          <p:nvPr/>
        </p:nvSpPr>
        <p:spPr>
          <a:xfrm>
            <a:off x="4636008" y="515721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흰-검2</a:t>
            </a:r>
            <a:endParaRPr lang="ko-KR" sz="828"/>
          </a:p>
        </p:txBody>
      </p:sp>
      <p:sp>
        <p:nvSpPr>
          <p:cNvPr id="168" name="Shape 168"/>
          <p:cNvSpPr/>
          <p:nvPr/>
        </p:nvSpPr>
        <p:spPr>
          <a:xfrm>
            <a:off x="6583680" y="5129784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9" name="Text 169"/>
          <p:cNvSpPr txBox="1"/>
          <p:nvPr/>
        </p:nvSpPr>
        <p:spPr>
          <a:xfrm>
            <a:off x="6647688" y="515721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IN:2</a:t>
            </a:r>
            <a:endParaRPr lang="ko-KR" sz="828"/>
          </a:p>
        </p:txBody>
      </p:sp>
      <p:sp>
        <p:nvSpPr>
          <p:cNvPr id="170" name="Shape 170"/>
          <p:cNvSpPr/>
          <p:nvPr/>
        </p:nvSpPr>
        <p:spPr>
          <a:xfrm>
            <a:off x="457200" y="5394960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1" name="Text 171"/>
          <p:cNvSpPr txBox="1"/>
          <p:nvPr/>
        </p:nvSpPr>
        <p:spPr>
          <a:xfrm>
            <a:off x="521208" y="542239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</a:t>
            </a:r>
            <a:endParaRPr lang="ko-KR" sz="828"/>
          </a:p>
        </p:txBody>
      </p:sp>
      <p:sp>
        <p:nvSpPr>
          <p:cNvPr id="172" name="Shape 172"/>
          <p:cNvSpPr/>
          <p:nvPr/>
        </p:nvSpPr>
        <p:spPr>
          <a:xfrm>
            <a:off x="1783080" y="5394960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3" name="Text 173"/>
          <p:cNvSpPr txBox="1"/>
          <p:nvPr/>
        </p:nvSpPr>
        <p:spPr>
          <a:xfrm>
            <a:off x="1847088" y="542239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15</a:t>
            </a:r>
            <a:endParaRPr lang="ko-KR" sz="828"/>
          </a:p>
        </p:txBody>
      </p:sp>
      <p:sp>
        <p:nvSpPr>
          <p:cNvPr id="174" name="Shape 174"/>
          <p:cNvSpPr/>
          <p:nvPr/>
        </p:nvSpPr>
        <p:spPr>
          <a:xfrm>
            <a:off x="2423160" y="5394960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5" name="Text 175"/>
          <p:cNvSpPr txBox="1"/>
          <p:nvPr/>
        </p:nvSpPr>
        <p:spPr>
          <a:xfrm>
            <a:off x="2487168" y="542239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IN1</a:t>
            </a:r>
            <a:endParaRPr lang="ko-KR" sz="828"/>
          </a:p>
        </p:txBody>
      </p:sp>
      <p:sp>
        <p:nvSpPr>
          <p:cNvPr id="176" name="Shape 176"/>
          <p:cNvSpPr/>
          <p:nvPr/>
        </p:nvSpPr>
        <p:spPr>
          <a:xfrm>
            <a:off x="4572000" y="5394960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7" name="Text 177"/>
          <p:cNvSpPr txBox="1"/>
          <p:nvPr/>
        </p:nvSpPr>
        <p:spPr>
          <a:xfrm>
            <a:off x="4636008" y="542239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흰-검1</a:t>
            </a:r>
            <a:endParaRPr lang="ko-KR" sz="828"/>
          </a:p>
        </p:txBody>
      </p:sp>
      <p:sp>
        <p:nvSpPr>
          <p:cNvPr id="178" name="Shape 178"/>
          <p:cNvSpPr/>
          <p:nvPr/>
        </p:nvSpPr>
        <p:spPr>
          <a:xfrm>
            <a:off x="6583680" y="5394960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9" name="Text 179"/>
          <p:cNvSpPr txBox="1"/>
          <p:nvPr/>
        </p:nvSpPr>
        <p:spPr>
          <a:xfrm>
            <a:off x="6647688" y="542239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IN:1</a:t>
            </a:r>
            <a:endParaRPr lang="ko-KR" sz="828"/>
          </a:p>
        </p:txBody>
      </p:sp>
      <p:sp>
        <p:nvSpPr>
          <p:cNvPr id="180" name="Shape 180"/>
          <p:cNvSpPr/>
          <p:nvPr/>
        </p:nvSpPr>
        <p:spPr>
          <a:xfrm>
            <a:off x="457200" y="5660136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81" name="Text 181"/>
          <p:cNvSpPr txBox="1"/>
          <p:nvPr/>
        </p:nvSpPr>
        <p:spPr>
          <a:xfrm>
            <a:off x="521208" y="568756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182" name="Shape 182"/>
          <p:cNvSpPr/>
          <p:nvPr/>
        </p:nvSpPr>
        <p:spPr>
          <a:xfrm>
            <a:off x="1783080" y="5660136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1847088" y="568756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84" name="Shape 184"/>
          <p:cNvSpPr/>
          <p:nvPr/>
        </p:nvSpPr>
        <p:spPr>
          <a:xfrm>
            <a:off x="2423160" y="5660136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85" name="Text 185"/>
          <p:cNvSpPr txBox="1"/>
          <p:nvPr/>
        </p:nvSpPr>
        <p:spPr>
          <a:xfrm>
            <a:off x="2487168" y="568756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OUT1</a:t>
            </a:r>
            <a:endParaRPr lang="ko-KR" sz="828"/>
          </a:p>
        </p:txBody>
      </p:sp>
      <p:sp>
        <p:nvSpPr>
          <p:cNvPr id="186" name="Shape 186"/>
          <p:cNvSpPr/>
          <p:nvPr/>
        </p:nvSpPr>
        <p:spPr>
          <a:xfrm>
            <a:off x="4572000" y="5660136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87" name="Text 187"/>
          <p:cNvSpPr txBox="1"/>
          <p:nvPr/>
        </p:nvSpPr>
        <p:spPr>
          <a:xfrm>
            <a:off x="4636008" y="568756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주-검1</a:t>
            </a:r>
            <a:endParaRPr lang="ko-KR" sz="828"/>
          </a:p>
        </p:txBody>
      </p:sp>
      <p:sp>
        <p:nvSpPr>
          <p:cNvPr id="188" name="Shape 188"/>
          <p:cNvSpPr/>
          <p:nvPr/>
        </p:nvSpPr>
        <p:spPr>
          <a:xfrm>
            <a:off x="6583680" y="5660136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89" name="Text 189"/>
          <p:cNvSpPr txBox="1"/>
          <p:nvPr/>
        </p:nvSpPr>
        <p:spPr>
          <a:xfrm>
            <a:off x="6647688" y="568756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OUT:1</a:t>
            </a:r>
            <a:endParaRPr lang="ko-KR" sz="828"/>
          </a:p>
        </p:txBody>
      </p:sp>
      <p:sp>
        <p:nvSpPr>
          <p:cNvPr id="190" name="Shape 190"/>
          <p:cNvSpPr/>
          <p:nvPr/>
        </p:nvSpPr>
        <p:spPr>
          <a:xfrm>
            <a:off x="457200" y="5925312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91" name="Text 191"/>
          <p:cNvSpPr txBox="1"/>
          <p:nvPr/>
        </p:nvSpPr>
        <p:spPr>
          <a:xfrm>
            <a:off x="521208" y="595274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192" name="Shape 192"/>
          <p:cNvSpPr/>
          <p:nvPr/>
        </p:nvSpPr>
        <p:spPr>
          <a:xfrm>
            <a:off x="1783080" y="5925312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93" name="Text 193"/>
          <p:cNvSpPr txBox="1"/>
          <p:nvPr/>
        </p:nvSpPr>
        <p:spPr>
          <a:xfrm>
            <a:off x="1847088" y="595274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</a:t>
            </a:r>
            <a:endParaRPr lang="ko-KR" sz="828"/>
          </a:p>
        </p:txBody>
      </p:sp>
      <p:sp>
        <p:nvSpPr>
          <p:cNvPr id="194" name="Shape 194"/>
          <p:cNvSpPr/>
          <p:nvPr/>
        </p:nvSpPr>
        <p:spPr>
          <a:xfrm>
            <a:off x="2423160" y="5925312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95" name="Text 195"/>
          <p:cNvSpPr txBox="1"/>
          <p:nvPr/>
        </p:nvSpPr>
        <p:spPr>
          <a:xfrm>
            <a:off x="2487168" y="595274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OUT2</a:t>
            </a:r>
            <a:endParaRPr lang="ko-KR" sz="828"/>
          </a:p>
        </p:txBody>
      </p:sp>
      <p:sp>
        <p:nvSpPr>
          <p:cNvPr id="196" name="Shape 196"/>
          <p:cNvSpPr/>
          <p:nvPr/>
        </p:nvSpPr>
        <p:spPr>
          <a:xfrm>
            <a:off x="4572000" y="5925312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97" name="Text 197"/>
          <p:cNvSpPr txBox="1"/>
          <p:nvPr/>
        </p:nvSpPr>
        <p:spPr>
          <a:xfrm>
            <a:off x="4636008" y="595274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주-검2</a:t>
            </a:r>
            <a:endParaRPr lang="ko-KR" sz="828"/>
          </a:p>
        </p:txBody>
      </p:sp>
      <p:sp>
        <p:nvSpPr>
          <p:cNvPr id="198" name="Shape 198"/>
          <p:cNvSpPr/>
          <p:nvPr/>
        </p:nvSpPr>
        <p:spPr>
          <a:xfrm>
            <a:off x="6583680" y="5925312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99" name="Text 199"/>
          <p:cNvSpPr txBox="1"/>
          <p:nvPr/>
        </p:nvSpPr>
        <p:spPr>
          <a:xfrm>
            <a:off x="6647688" y="595274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OUT:2</a:t>
            </a:r>
            <a:endParaRPr lang="ko-KR" sz="828"/>
          </a:p>
        </p:txBody>
      </p:sp>
      <p:sp>
        <p:nvSpPr>
          <p:cNvPr id="200" name="Shape 200"/>
          <p:cNvSpPr/>
          <p:nvPr/>
        </p:nvSpPr>
        <p:spPr>
          <a:xfrm>
            <a:off x="457200" y="6190488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01" name="Text 201"/>
          <p:cNvSpPr txBox="1"/>
          <p:nvPr/>
        </p:nvSpPr>
        <p:spPr>
          <a:xfrm>
            <a:off x="521208" y="621792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202" name="Shape 202"/>
          <p:cNvSpPr/>
          <p:nvPr/>
        </p:nvSpPr>
        <p:spPr>
          <a:xfrm>
            <a:off x="1783080" y="6190488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03" name="Text 203"/>
          <p:cNvSpPr txBox="1"/>
          <p:nvPr/>
        </p:nvSpPr>
        <p:spPr>
          <a:xfrm>
            <a:off x="1847088" y="621792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3</a:t>
            </a:r>
            <a:endParaRPr lang="ko-KR" sz="828"/>
          </a:p>
        </p:txBody>
      </p:sp>
      <p:sp>
        <p:nvSpPr>
          <p:cNvPr id="204" name="Shape 204"/>
          <p:cNvSpPr/>
          <p:nvPr/>
        </p:nvSpPr>
        <p:spPr>
          <a:xfrm>
            <a:off x="2423160" y="6190488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05" name="Text 205"/>
          <p:cNvSpPr txBox="1"/>
          <p:nvPr/>
        </p:nvSpPr>
        <p:spPr>
          <a:xfrm>
            <a:off x="2487168" y="621792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OUT3</a:t>
            </a:r>
            <a:endParaRPr lang="ko-KR" sz="828"/>
          </a:p>
        </p:txBody>
      </p:sp>
      <p:sp>
        <p:nvSpPr>
          <p:cNvPr id="206" name="Shape 206"/>
          <p:cNvSpPr/>
          <p:nvPr/>
        </p:nvSpPr>
        <p:spPr>
          <a:xfrm>
            <a:off x="4572000" y="6190488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07" name="Text 207"/>
          <p:cNvSpPr txBox="1"/>
          <p:nvPr/>
        </p:nvSpPr>
        <p:spPr>
          <a:xfrm>
            <a:off x="4636008" y="621792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주-검3</a:t>
            </a:r>
            <a:endParaRPr lang="ko-KR" sz="828"/>
          </a:p>
        </p:txBody>
      </p:sp>
      <p:sp>
        <p:nvSpPr>
          <p:cNvPr id="208" name="Shape 208"/>
          <p:cNvSpPr/>
          <p:nvPr/>
        </p:nvSpPr>
        <p:spPr>
          <a:xfrm>
            <a:off x="6583680" y="6190488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09" name="Text 209"/>
          <p:cNvSpPr txBox="1"/>
          <p:nvPr/>
        </p:nvSpPr>
        <p:spPr>
          <a:xfrm>
            <a:off x="6647688" y="621792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OUT:3</a:t>
            </a:r>
            <a:endParaRPr lang="ko-KR" sz="828"/>
          </a:p>
        </p:txBody>
      </p:sp>
      <p:sp>
        <p:nvSpPr>
          <p:cNvPr id="210" name="Shape 210"/>
          <p:cNvSpPr/>
          <p:nvPr/>
        </p:nvSpPr>
        <p:spPr>
          <a:xfrm>
            <a:off x="457200" y="6455664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521208" y="648309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212" name="Shape 212"/>
          <p:cNvSpPr/>
          <p:nvPr/>
        </p:nvSpPr>
        <p:spPr>
          <a:xfrm>
            <a:off x="1783080" y="6455664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13" name="Text 213"/>
          <p:cNvSpPr txBox="1"/>
          <p:nvPr/>
        </p:nvSpPr>
        <p:spPr>
          <a:xfrm>
            <a:off x="1847088" y="648309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4</a:t>
            </a:r>
            <a:endParaRPr lang="ko-KR" sz="828"/>
          </a:p>
        </p:txBody>
      </p:sp>
      <p:sp>
        <p:nvSpPr>
          <p:cNvPr id="214" name="Shape 214"/>
          <p:cNvSpPr/>
          <p:nvPr/>
        </p:nvSpPr>
        <p:spPr>
          <a:xfrm>
            <a:off x="2423160" y="6455664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15" name="Text 215"/>
          <p:cNvSpPr txBox="1"/>
          <p:nvPr/>
        </p:nvSpPr>
        <p:spPr>
          <a:xfrm>
            <a:off x="2487168" y="648309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OUT4</a:t>
            </a:r>
            <a:endParaRPr lang="ko-KR" sz="828"/>
          </a:p>
        </p:txBody>
      </p:sp>
      <p:sp>
        <p:nvSpPr>
          <p:cNvPr id="216" name="Shape 216"/>
          <p:cNvSpPr/>
          <p:nvPr/>
        </p:nvSpPr>
        <p:spPr>
          <a:xfrm>
            <a:off x="4572000" y="6455664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17" name="Text 217"/>
          <p:cNvSpPr txBox="1"/>
          <p:nvPr/>
        </p:nvSpPr>
        <p:spPr>
          <a:xfrm>
            <a:off x="4636008" y="648309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주-검4</a:t>
            </a:r>
            <a:endParaRPr lang="ko-KR" sz="828"/>
          </a:p>
        </p:txBody>
      </p:sp>
      <p:sp>
        <p:nvSpPr>
          <p:cNvPr id="218" name="Shape 218"/>
          <p:cNvSpPr/>
          <p:nvPr/>
        </p:nvSpPr>
        <p:spPr>
          <a:xfrm>
            <a:off x="6583680" y="6455664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19" name="Text 219"/>
          <p:cNvSpPr txBox="1"/>
          <p:nvPr/>
        </p:nvSpPr>
        <p:spPr>
          <a:xfrm>
            <a:off x="6647688" y="648309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OUT:4</a:t>
            </a:r>
            <a:endParaRPr lang="ko-KR" sz="828"/>
          </a:p>
        </p:txBody>
      </p:sp>
      <p:sp>
        <p:nvSpPr>
          <p:cNvPr id="220" name="Shape 220"/>
          <p:cNvSpPr/>
          <p:nvPr/>
        </p:nvSpPr>
        <p:spPr>
          <a:xfrm>
            <a:off x="457200" y="6720840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21" name="Text 221"/>
          <p:cNvSpPr txBox="1"/>
          <p:nvPr/>
        </p:nvSpPr>
        <p:spPr>
          <a:xfrm>
            <a:off x="521208" y="674827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222" name="Shape 222"/>
          <p:cNvSpPr/>
          <p:nvPr/>
        </p:nvSpPr>
        <p:spPr>
          <a:xfrm>
            <a:off x="1783080" y="6720840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23" name="Text 223"/>
          <p:cNvSpPr txBox="1"/>
          <p:nvPr/>
        </p:nvSpPr>
        <p:spPr>
          <a:xfrm>
            <a:off x="1847088" y="674827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</a:t>
            </a:r>
            <a:endParaRPr lang="ko-KR" sz="828"/>
          </a:p>
        </p:txBody>
      </p:sp>
      <p:sp>
        <p:nvSpPr>
          <p:cNvPr id="224" name="Shape 224"/>
          <p:cNvSpPr/>
          <p:nvPr/>
        </p:nvSpPr>
        <p:spPr>
          <a:xfrm>
            <a:off x="2423160" y="6720840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25" name="Text 225"/>
          <p:cNvSpPr txBox="1"/>
          <p:nvPr/>
        </p:nvSpPr>
        <p:spPr>
          <a:xfrm>
            <a:off x="2487168" y="674827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OUT5</a:t>
            </a:r>
            <a:endParaRPr lang="ko-KR" sz="828"/>
          </a:p>
        </p:txBody>
      </p:sp>
      <p:sp>
        <p:nvSpPr>
          <p:cNvPr id="226" name="Shape 226"/>
          <p:cNvSpPr/>
          <p:nvPr/>
        </p:nvSpPr>
        <p:spPr>
          <a:xfrm>
            <a:off x="4572000" y="6720840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27" name="Text 227"/>
          <p:cNvSpPr txBox="1"/>
          <p:nvPr/>
        </p:nvSpPr>
        <p:spPr>
          <a:xfrm>
            <a:off x="4636008" y="674827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주-빨1</a:t>
            </a:r>
            <a:endParaRPr lang="ko-KR" sz="828"/>
          </a:p>
        </p:txBody>
      </p:sp>
      <p:sp>
        <p:nvSpPr>
          <p:cNvPr id="228" name="Shape 228"/>
          <p:cNvSpPr/>
          <p:nvPr/>
        </p:nvSpPr>
        <p:spPr>
          <a:xfrm>
            <a:off x="6583680" y="6720840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229" name="Text 229"/>
          <p:cNvSpPr txBox="1"/>
          <p:nvPr/>
        </p:nvSpPr>
        <p:spPr>
          <a:xfrm>
            <a:off x="6647688" y="674827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OUT:5</a:t>
            </a:r>
            <a:endParaRPr lang="ko-KR" sz="828"/>
          </a:p>
        </p:txBody>
      </p:sp>
      <p:sp>
        <p:nvSpPr>
          <p:cNvPr id="230" name="Shape 230"/>
          <p:cNvSpPr/>
          <p:nvPr/>
        </p:nvSpPr>
        <p:spPr>
          <a:xfrm>
            <a:off x="457200" y="6986016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31" name="Text 231"/>
          <p:cNvSpPr txBox="1"/>
          <p:nvPr/>
        </p:nvSpPr>
        <p:spPr>
          <a:xfrm>
            <a:off x="521208" y="701344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232" name="Shape 232"/>
          <p:cNvSpPr/>
          <p:nvPr/>
        </p:nvSpPr>
        <p:spPr>
          <a:xfrm>
            <a:off x="1783080" y="6986016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33" name="Text 233"/>
          <p:cNvSpPr txBox="1"/>
          <p:nvPr/>
        </p:nvSpPr>
        <p:spPr>
          <a:xfrm>
            <a:off x="1847088" y="701344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6</a:t>
            </a:r>
            <a:endParaRPr lang="ko-KR" sz="828"/>
          </a:p>
        </p:txBody>
      </p:sp>
      <p:sp>
        <p:nvSpPr>
          <p:cNvPr id="234" name="Shape 234"/>
          <p:cNvSpPr/>
          <p:nvPr/>
        </p:nvSpPr>
        <p:spPr>
          <a:xfrm>
            <a:off x="2423160" y="6986016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35" name="Text 235"/>
          <p:cNvSpPr txBox="1"/>
          <p:nvPr/>
        </p:nvSpPr>
        <p:spPr>
          <a:xfrm>
            <a:off x="2487168" y="701344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OUT6</a:t>
            </a:r>
            <a:endParaRPr lang="ko-KR" sz="828"/>
          </a:p>
        </p:txBody>
      </p:sp>
      <p:sp>
        <p:nvSpPr>
          <p:cNvPr id="236" name="Shape 236"/>
          <p:cNvSpPr/>
          <p:nvPr/>
        </p:nvSpPr>
        <p:spPr>
          <a:xfrm>
            <a:off x="4572000" y="6986016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37" name="Text 237"/>
          <p:cNvSpPr txBox="1"/>
          <p:nvPr/>
        </p:nvSpPr>
        <p:spPr>
          <a:xfrm>
            <a:off x="4636008" y="701344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주-빨2</a:t>
            </a:r>
            <a:endParaRPr lang="ko-KR" sz="828"/>
          </a:p>
        </p:txBody>
      </p:sp>
      <p:sp>
        <p:nvSpPr>
          <p:cNvPr id="238" name="Shape 238"/>
          <p:cNvSpPr/>
          <p:nvPr/>
        </p:nvSpPr>
        <p:spPr>
          <a:xfrm>
            <a:off x="6583680" y="6986016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239" name="Text 239"/>
          <p:cNvSpPr txBox="1"/>
          <p:nvPr/>
        </p:nvSpPr>
        <p:spPr>
          <a:xfrm>
            <a:off x="6647688" y="701344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OUT:6</a:t>
            </a:r>
            <a:endParaRPr lang="ko-KR" sz="82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8016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37744" y="237744"/>
            <a:ext cx="12326112" cy="7754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03247"/>
            </a:solidFill>
          </a:ln>
        </p:spPr>
      </p:sp>
      <p:sp>
        <p:nvSpPr>
          <p:cNvPr id="4" name="Shape 4"/>
          <p:cNvSpPr/>
          <p:nvPr/>
        </p:nvSpPr>
        <p:spPr>
          <a:xfrm>
            <a:off x="246888" y="246888"/>
            <a:ext cx="12307824" cy="658368"/>
          </a:xfrm>
          <a:prstGeom prst="rect">
            <a:avLst/>
          </a:prstGeom>
          <a:solidFill>
            <a:srgbClr val="F3F7F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38912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80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핀 배선표  2 / 2</a:t>
            </a:r>
            <a:endParaRPr lang="ko-KR" sz="1800"/>
          </a:p>
        </p:txBody>
      </p:sp>
      <p:sp>
        <p:nvSpPr>
          <p:cNvPr id="6" name="Text 6"/>
          <p:cNvSpPr txBox="1"/>
          <p:nvPr/>
        </p:nvSpPr>
        <p:spPr>
          <a:xfrm>
            <a:off x="448056" y="621792"/>
            <a:ext cx="100584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CTS-pCOM-A8-M-02-SE-03-222-11-040-010-030-030</a:t>
            </a:r>
            <a:endParaRPr lang="ko-KR" sz="1008"/>
          </a:p>
        </p:txBody>
      </p:sp>
      <p:sp>
        <p:nvSpPr>
          <p:cNvPr id="7" name="Text 7"/>
          <p:cNvSpPr txBox="1"/>
          <p:nvPr/>
        </p:nvSpPr>
        <p:spPr>
          <a:xfrm>
            <a:off x="10149840" y="33832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29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 /  8 BIT</a:t>
            </a:r>
            <a:endParaRPr lang="ko-KR" sz="1296"/>
          </a:p>
        </p:txBody>
      </p:sp>
      <p:sp>
        <p:nvSpPr>
          <p:cNvPr id="8" name="Text 8"/>
          <p:cNvSpPr txBox="1"/>
          <p:nvPr/>
        </p:nvSpPr>
        <p:spPr>
          <a:xfrm>
            <a:off x="10149840" y="630936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03 / 05</a:t>
            </a:r>
            <a:endParaRPr lang="ko-KR" sz="864"/>
          </a:p>
        </p:txBody>
      </p:sp>
      <p:cxnSp>
        <p:nvCxnSpPr>
          <p:cNvPr id="9" name="Line 9"/>
          <p:cNvCxnSpPr/>
          <p:nvPr/>
        </p:nvCxnSpPr>
        <p:spPr>
          <a:xfrm>
            <a:off x="246888" y="905256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Line 10"/>
          <p:cNvCxnSpPr/>
          <p:nvPr/>
        </p:nvCxnSpPr>
        <p:spPr>
          <a:xfrm>
            <a:off x="246888" y="7434072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 11"/>
          <p:cNvSpPr txBox="1"/>
          <p:nvPr/>
        </p:nvSpPr>
        <p:spPr>
          <a:xfrm>
            <a:off x="438912" y="7552944"/>
            <a:ext cx="790956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DWG.  CTS-pCOM-A8-M-02-SE-03-222-11-040-010-030-030</a:t>
            </a:r>
            <a:endParaRPr lang="ko-KR" sz="864"/>
          </a:p>
        </p:txBody>
      </p:sp>
      <p:sp>
        <p:nvSpPr>
          <p:cNvPr id="12" name="Text 12"/>
          <p:cNvSpPr txBox="1"/>
          <p:nvPr/>
        </p:nvSpPr>
        <p:spPr>
          <a:xfrm>
            <a:off x="438912" y="7763256"/>
            <a:ext cx="809244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개략 연결도 · 치수 비례 아님  |  배선 정의와 검토 항목은 상세 시트 참조</a:t>
            </a:r>
            <a:endParaRPr lang="ko-KR" sz="792"/>
          </a:p>
        </p:txBody>
      </p:sp>
      <p:cxnSp>
        <p:nvCxnSpPr>
          <p:cNvPr id="13" name="Line 13"/>
          <p:cNvCxnSpPr/>
          <p:nvPr/>
        </p:nvCxnSpPr>
        <p:spPr>
          <a:xfrm>
            <a:off x="875080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 14"/>
          <p:cNvSpPr txBox="1"/>
          <p:nvPr/>
        </p:nvSpPr>
        <p:spPr>
          <a:xfrm>
            <a:off x="8897112" y="75255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REV.  V1.0</a:t>
            </a:r>
            <a:endParaRPr lang="ko-KR" sz="864"/>
          </a:p>
        </p:txBody>
      </p:sp>
      <p:sp>
        <p:nvSpPr>
          <p:cNvPr id="15" name="Text 15"/>
          <p:cNvSpPr txBox="1"/>
          <p:nvPr/>
        </p:nvSpPr>
        <p:spPr>
          <a:xfrm>
            <a:off x="8897112" y="7735824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DATE  2026-10-28</a:t>
            </a:r>
            <a:endParaRPr lang="ko-KR" sz="792"/>
          </a:p>
        </p:txBody>
      </p:sp>
      <p:cxnSp>
        <p:nvCxnSpPr>
          <p:cNvPr id="16" name="Line 16"/>
          <p:cNvCxnSpPr/>
          <p:nvPr/>
        </p:nvCxnSpPr>
        <p:spPr>
          <a:xfrm>
            <a:off x="1062532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 17"/>
          <p:cNvSpPr txBox="1"/>
          <p:nvPr/>
        </p:nvSpPr>
        <p:spPr>
          <a:xfrm>
            <a:off x="10716768" y="7525512"/>
            <a:ext cx="154533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MASTER</a:t>
            </a:r>
            <a:endParaRPr lang="ko-KR" sz="1152"/>
          </a:p>
        </p:txBody>
      </p:sp>
      <p:sp>
        <p:nvSpPr>
          <p:cNvPr id="18" name="Text 18"/>
          <p:cNvSpPr txBox="1"/>
          <p:nvPr/>
        </p:nvSpPr>
        <p:spPr>
          <a:xfrm>
            <a:off x="10716768" y="774496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CABLE ASSY</a:t>
            </a:r>
            <a:endParaRPr lang="ko-KR" sz="720"/>
          </a:p>
        </p:txBody>
      </p:sp>
      <p:sp>
        <p:nvSpPr>
          <p:cNvPr id="19" name="Text 19"/>
          <p:cNvSpPr txBox="1"/>
          <p:nvPr/>
        </p:nvSpPr>
        <p:spPr>
          <a:xfrm>
            <a:off x="457200" y="1024128"/>
            <a:ext cx="113385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MASTER  /  SMR 12핀 ×2 · A Type</a:t>
            </a:r>
            <a:endParaRPr lang="ko-KR" sz="1080"/>
          </a:p>
        </p:txBody>
      </p:sp>
      <p:sp>
        <p:nvSpPr>
          <p:cNvPr id="20" name="Shape 20"/>
          <p:cNvSpPr/>
          <p:nvPr/>
        </p:nvSpPr>
        <p:spPr>
          <a:xfrm>
            <a:off x="457200" y="1417320"/>
            <a:ext cx="132588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21208" y="144475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본체/기능</a:t>
            </a:r>
            <a:endParaRPr lang="ko-KR" sz="828"/>
          </a:p>
        </p:txBody>
      </p:sp>
      <p:sp>
        <p:nvSpPr>
          <p:cNvPr id="22" name="Shape 22"/>
          <p:cNvSpPr/>
          <p:nvPr/>
        </p:nvSpPr>
        <p:spPr>
          <a:xfrm>
            <a:off x="1783080" y="1417320"/>
            <a:ext cx="64008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847088" y="144475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PIN</a:t>
            </a:r>
            <a:endParaRPr lang="ko-KR" sz="828"/>
          </a:p>
        </p:txBody>
      </p:sp>
      <p:sp>
        <p:nvSpPr>
          <p:cNvPr id="24" name="Shape 24"/>
          <p:cNvSpPr/>
          <p:nvPr/>
        </p:nvSpPr>
        <p:spPr>
          <a:xfrm>
            <a:off x="2423160" y="1417320"/>
            <a:ext cx="214884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487168" y="144475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신호명</a:t>
            </a:r>
            <a:endParaRPr lang="ko-KR" sz="828"/>
          </a:p>
        </p:txBody>
      </p:sp>
      <p:sp>
        <p:nvSpPr>
          <p:cNvPr id="26" name="Shape 26"/>
          <p:cNvSpPr/>
          <p:nvPr/>
        </p:nvSpPr>
        <p:spPr>
          <a:xfrm>
            <a:off x="4572000" y="1417320"/>
            <a:ext cx="201168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636008" y="144475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선색</a:t>
            </a:r>
            <a:endParaRPr lang="ko-KR" sz="828"/>
          </a:p>
        </p:txBody>
      </p:sp>
      <p:sp>
        <p:nvSpPr>
          <p:cNvPr id="28" name="Shape 28"/>
          <p:cNvSpPr/>
          <p:nvPr/>
        </p:nvSpPr>
        <p:spPr>
          <a:xfrm>
            <a:off x="6583680" y="1417320"/>
            <a:ext cx="576072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6647688" y="144475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상대 핀 / 처리</a:t>
            </a:r>
            <a:endParaRPr lang="ko-KR" sz="828"/>
          </a:p>
        </p:txBody>
      </p:sp>
      <p:sp>
        <p:nvSpPr>
          <p:cNvPr id="30" name="Shape 30"/>
          <p:cNvSpPr/>
          <p:nvPr/>
        </p:nvSpPr>
        <p:spPr>
          <a:xfrm>
            <a:off x="457200" y="1682496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521208" y="170992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32" name="Shape 32"/>
          <p:cNvSpPr/>
          <p:nvPr/>
        </p:nvSpPr>
        <p:spPr>
          <a:xfrm>
            <a:off x="1783080" y="1682496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1847088" y="170992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7</a:t>
            </a:r>
            <a:endParaRPr lang="ko-KR" sz="828"/>
          </a:p>
        </p:txBody>
      </p:sp>
      <p:sp>
        <p:nvSpPr>
          <p:cNvPr id="34" name="Shape 34"/>
          <p:cNvSpPr/>
          <p:nvPr/>
        </p:nvSpPr>
        <p:spPr>
          <a:xfrm>
            <a:off x="2423160" y="1682496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2487168" y="170992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OUT7</a:t>
            </a:r>
            <a:endParaRPr lang="ko-KR" sz="828"/>
          </a:p>
        </p:txBody>
      </p:sp>
      <p:sp>
        <p:nvSpPr>
          <p:cNvPr id="36" name="Shape 36"/>
          <p:cNvSpPr/>
          <p:nvPr/>
        </p:nvSpPr>
        <p:spPr>
          <a:xfrm>
            <a:off x="4572000" y="1682496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4636008" y="170992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주-빨3</a:t>
            </a:r>
            <a:endParaRPr lang="ko-KR" sz="828"/>
          </a:p>
        </p:txBody>
      </p:sp>
      <p:sp>
        <p:nvSpPr>
          <p:cNvPr id="38" name="Shape 38"/>
          <p:cNvSpPr/>
          <p:nvPr/>
        </p:nvSpPr>
        <p:spPr>
          <a:xfrm>
            <a:off x="6583680" y="1682496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6647688" y="170992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OUT:7</a:t>
            </a:r>
            <a:endParaRPr lang="ko-KR" sz="828"/>
          </a:p>
        </p:txBody>
      </p:sp>
      <p:sp>
        <p:nvSpPr>
          <p:cNvPr id="40" name="Shape 40"/>
          <p:cNvSpPr/>
          <p:nvPr/>
        </p:nvSpPr>
        <p:spPr>
          <a:xfrm>
            <a:off x="457200" y="1947672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521208" y="197510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42" name="Shape 42"/>
          <p:cNvSpPr/>
          <p:nvPr/>
        </p:nvSpPr>
        <p:spPr>
          <a:xfrm>
            <a:off x="1783080" y="1947672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847088" y="197510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8</a:t>
            </a:r>
            <a:endParaRPr lang="ko-KR" sz="828"/>
          </a:p>
        </p:txBody>
      </p:sp>
      <p:sp>
        <p:nvSpPr>
          <p:cNvPr id="44" name="Shape 44"/>
          <p:cNvSpPr/>
          <p:nvPr/>
        </p:nvSpPr>
        <p:spPr>
          <a:xfrm>
            <a:off x="2423160" y="1947672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2487168" y="197510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OUT8</a:t>
            </a:r>
            <a:endParaRPr lang="ko-KR" sz="828"/>
          </a:p>
        </p:txBody>
      </p:sp>
      <p:sp>
        <p:nvSpPr>
          <p:cNvPr id="46" name="Shape 46"/>
          <p:cNvSpPr/>
          <p:nvPr/>
        </p:nvSpPr>
        <p:spPr>
          <a:xfrm>
            <a:off x="4572000" y="1947672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4636008" y="197510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주-빨4</a:t>
            </a:r>
            <a:endParaRPr lang="ko-KR" sz="828"/>
          </a:p>
        </p:txBody>
      </p:sp>
      <p:sp>
        <p:nvSpPr>
          <p:cNvPr id="48" name="Shape 48"/>
          <p:cNvSpPr/>
          <p:nvPr/>
        </p:nvSpPr>
        <p:spPr>
          <a:xfrm>
            <a:off x="6583680" y="1947672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6647688" y="197510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OUT:8</a:t>
            </a:r>
            <a:endParaRPr lang="ko-KR" sz="828"/>
          </a:p>
        </p:txBody>
      </p:sp>
      <p:sp>
        <p:nvSpPr>
          <p:cNvPr id="50" name="Shape 50"/>
          <p:cNvSpPr/>
          <p:nvPr/>
        </p:nvSpPr>
        <p:spPr>
          <a:xfrm>
            <a:off x="457200" y="2212848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521208" y="224028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52" name="Shape 52"/>
          <p:cNvSpPr/>
          <p:nvPr/>
        </p:nvSpPr>
        <p:spPr>
          <a:xfrm>
            <a:off x="1783080" y="2212848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1847088" y="224028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9</a:t>
            </a:r>
            <a:endParaRPr lang="ko-KR" sz="828"/>
          </a:p>
        </p:txBody>
      </p:sp>
      <p:sp>
        <p:nvSpPr>
          <p:cNvPr id="54" name="Shape 54"/>
          <p:cNvSpPr/>
          <p:nvPr/>
        </p:nvSpPr>
        <p:spPr>
          <a:xfrm>
            <a:off x="2423160" y="2212848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2487168" y="224028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GO1</a:t>
            </a:r>
            <a:endParaRPr lang="ko-KR" sz="828"/>
          </a:p>
        </p:txBody>
      </p:sp>
      <p:sp>
        <p:nvSpPr>
          <p:cNvPr id="56" name="Shape 56"/>
          <p:cNvSpPr/>
          <p:nvPr/>
        </p:nvSpPr>
        <p:spPr>
          <a:xfrm>
            <a:off x="4572000" y="2212848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7" name="Text 57"/>
          <p:cNvSpPr txBox="1"/>
          <p:nvPr/>
        </p:nvSpPr>
        <p:spPr>
          <a:xfrm>
            <a:off x="4636008" y="224028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분-검1</a:t>
            </a:r>
            <a:endParaRPr lang="ko-KR" sz="828"/>
          </a:p>
        </p:txBody>
      </p:sp>
      <p:sp>
        <p:nvSpPr>
          <p:cNvPr id="58" name="Shape 58"/>
          <p:cNvSpPr/>
          <p:nvPr/>
        </p:nvSpPr>
        <p:spPr>
          <a:xfrm>
            <a:off x="6583680" y="2212848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6647688" y="224028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OUT:10</a:t>
            </a:r>
            <a:endParaRPr lang="ko-KR" sz="828"/>
          </a:p>
        </p:txBody>
      </p:sp>
      <p:sp>
        <p:nvSpPr>
          <p:cNvPr id="60" name="Shape 60"/>
          <p:cNvSpPr/>
          <p:nvPr/>
        </p:nvSpPr>
        <p:spPr>
          <a:xfrm>
            <a:off x="457200" y="2478024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521208" y="250545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62" name="Shape 62"/>
          <p:cNvSpPr/>
          <p:nvPr/>
        </p:nvSpPr>
        <p:spPr>
          <a:xfrm>
            <a:off x="1783080" y="2478024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1847088" y="250545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10</a:t>
            </a:r>
            <a:endParaRPr lang="ko-KR" sz="828"/>
          </a:p>
        </p:txBody>
      </p:sp>
      <p:sp>
        <p:nvSpPr>
          <p:cNvPr id="64" name="Shape 64"/>
          <p:cNvSpPr/>
          <p:nvPr/>
        </p:nvSpPr>
        <p:spPr>
          <a:xfrm>
            <a:off x="2423160" y="2478024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2487168" y="250545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GO2</a:t>
            </a:r>
            <a:endParaRPr lang="ko-KR" sz="828"/>
          </a:p>
        </p:txBody>
      </p:sp>
      <p:sp>
        <p:nvSpPr>
          <p:cNvPr id="66" name="Shape 66"/>
          <p:cNvSpPr/>
          <p:nvPr/>
        </p:nvSpPr>
        <p:spPr>
          <a:xfrm>
            <a:off x="4572000" y="2478024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7" name="Text 67"/>
          <p:cNvSpPr txBox="1"/>
          <p:nvPr/>
        </p:nvSpPr>
        <p:spPr>
          <a:xfrm>
            <a:off x="4636008" y="250545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분-빨4</a:t>
            </a:r>
            <a:endParaRPr lang="ko-KR" sz="828"/>
          </a:p>
        </p:txBody>
      </p:sp>
      <p:sp>
        <p:nvSpPr>
          <p:cNvPr id="68" name="Shape 68"/>
          <p:cNvSpPr/>
          <p:nvPr/>
        </p:nvSpPr>
        <p:spPr>
          <a:xfrm>
            <a:off x="6583680" y="2478024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9" name="Text 69"/>
          <p:cNvSpPr txBox="1"/>
          <p:nvPr/>
        </p:nvSpPr>
        <p:spPr>
          <a:xfrm>
            <a:off x="6647688" y="250545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상대 핀 미기재</a:t>
            </a:r>
            <a:endParaRPr lang="ko-KR" sz="828"/>
          </a:p>
        </p:txBody>
      </p:sp>
      <p:sp>
        <p:nvSpPr>
          <p:cNvPr id="70" name="Shape 70"/>
          <p:cNvSpPr/>
          <p:nvPr/>
        </p:nvSpPr>
        <p:spPr>
          <a:xfrm>
            <a:off x="457200" y="2743200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521208" y="277063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72" name="Shape 72"/>
          <p:cNvSpPr/>
          <p:nvPr/>
        </p:nvSpPr>
        <p:spPr>
          <a:xfrm>
            <a:off x="1783080" y="2743200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1847088" y="277063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11</a:t>
            </a:r>
            <a:endParaRPr lang="ko-KR" sz="828"/>
          </a:p>
        </p:txBody>
      </p:sp>
      <p:sp>
        <p:nvSpPr>
          <p:cNvPr id="74" name="Shape 74"/>
          <p:cNvSpPr/>
          <p:nvPr/>
        </p:nvSpPr>
        <p:spPr>
          <a:xfrm>
            <a:off x="2423160" y="2743200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5" name="Text 75"/>
          <p:cNvSpPr txBox="1"/>
          <p:nvPr/>
        </p:nvSpPr>
        <p:spPr>
          <a:xfrm>
            <a:off x="2487168" y="277063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ES</a:t>
            </a:r>
            <a:endParaRPr lang="ko-KR" sz="828"/>
          </a:p>
        </p:txBody>
      </p:sp>
      <p:sp>
        <p:nvSpPr>
          <p:cNvPr id="76" name="Shape 76"/>
          <p:cNvSpPr/>
          <p:nvPr/>
        </p:nvSpPr>
        <p:spPr>
          <a:xfrm>
            <a:off x="4572000" y="2743200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7" name="Text 77"/>
          <p:cNvSpPr txBox="1"/>
          <p:nvPr/>
        </p:nvSpPr>
        <p:spPr>
          <a:xfrm>
            <a:off x="4636008" y="277063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분-검2</a:t>
            </a:r>
            <a:endParaRPr lang="ko-KR" sz="828"/>
          </a:p>
        </p:txBody>
      </p:sp>
      <p:sp>
        <p:nvSpPr>
          <p:cNvPr id="78" name="Shape 78"/>
          <p:cNvSpPr/>
          <p:nvPr/>
        </p:nvSpPr>
        <p:spPr>
          <a:xfrm>
            <a:off x="6583680" y="2743200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6647688" y="277063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OUT:9</a:t>
            </a:r>
            <a:endParaRPr lang="ko-KR" sz="828"/>
          </a:p>
        </p:txBody>
      </p:sp>
      <p:sp>
        <p:nvSpPr>
          <p:cNvPr id="80" name="Shape 80"/>
          <p:cNvSpPr/>
          <p:nvPr/>
        </p:nvSpPr>
        <p:spPr>
          <a:xfrm>
            <a:off x="457200" y="3008376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521208" y="303580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</a:t>
            </a:r>
            <a:endParaRPr lang="ko-KR" sz="828"/>
          </a:p>
        </p:txBody>
      </p:sp>
      <p:sp>
        <p:nvSpPr>
          <p:cNvPr id="82" name="Shape 82"/>
          <p:cNvSpPr/>
          <p:nvPr/>
        </p:nvSpPr>
        <p:spPr>
          <a:xfrm>
            <a:off x="1783080" y="3008376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1847088" y="303580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12</a:t>
            </a:r>
            <a:endParaRPr lang="ko-KR" sz="828"/>
          </a:p>
        </p:txBody>
      </p:sp>
      <p:sp>
        <p:nvSpPr>
          <p:cNvPr id="84" name="Shape 84"/>
          <p:cNvSpPr/>
          <p:nvPr/>
        </p:nvSpPr>
        <p:spPr>
          <a:xfrm>
            <a:off x="2423160" y="3008376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5" name="Text 85"/>
          <p:cNvSpPr txBox="1"/>
          <p:nvPr/>
        </p:nvSpPr>
        <p:spPr>
          <a:xfrm>
            <a:off x="2487168" y="303580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TRIGGER</a:t>
            </a:r>
            <a:endParaRPr lang="ko-KR" sz="828"/>
          </a:p>
        </p:txBody>
      </p:sp>
      <p:sp>
        <p:nvSpPr>
          <p:cNvPr id="86" name="Shape 86"/>
          <p:cNvSpPr/>
          <p:nvPr/>
        </p:nvSpPr>
        <p:spPr>
          <a:xfrm>
            <a:off x="4572000" y="3008376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7" name="Text 87"/>
          <p:cNvSpPr txBox="1"/>
          <p:nvPr/>
        </p:nvSpPr>
        <p:spPr>
          <a:xfrm>
            <a:off x="4636008" y="303580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분-빨3</a:t>
            </a:r>
            <a:endParaRPr lang="ko-KR" sz="828"/>
          </a:p>
        </p:txBody>
      </p:sp>
      <p:sp>
        <p:nvSpPr>
          <p:cNvPr id="88" name="Shape 88"/>
          <p:cNvSpPr/>
          <p:nvPr/>
        </p:nvSpPr>
        <p:spPr>
          <a:xfrm>
            <a:off x="6583680" y="3008376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89" name="Text 89"/>
          <p:cNvSpPr txBox="1"/>
          <p:nvPr/>
        </p:nvSpPr>
        <p:spPr>
          <a:xfrm>
            <a:off x="6647688" y="303580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IN:9</a:t>
            </a:r>
            <a:endParaRPr lang="ko-KR" sz="828"/>
          </a:p>
        </p:txBody>
      </p:sp>
      <p:sp>
        <p:nvSpPr>
          <p:cNvPr id="90" name="Shape 90"/>
          <p:cNvSpPr/>
          <p:nvPr/>
        </p:nvSpPr>
        <p:spPr>
          <a:xfrm>
            <a:off x="457200" y="3273552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521208" y="330098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</a:t>
            </a:r>
            <a:endParaRPr lang="ko-KR" sz="828"/>
          </a:p>
        </p:txBody>
      </p:sp>
      <p:sp>
        <p:nvSpPr>
          <p:cNvPr id="92" name="Shape 92"/>
          <p:cNvSpPr/>
          <p:nvPr/>
        </p:nvSpPr>
        <p:spPr>
          <a:xfrm>
            <a:off x="1783080" y="3273552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3" name="Text 93"/>
          <p:cNvSpPr txBox="1"/>
          <p:nvPr/>
        </p:nvSpPr>
        <p:spPr>
          <a:xfrm>
            <a:off x="1847088" y="330098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94" name="Shape 94"/>
          <p:cNvSpPr/>
          <p:nvPr/>
        </p:nvSpPr>
        <p:spPr>
          <a:xfrm>
            <a:off x="2423160" y="3273552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5" name="Text 95"/>
          <p:cNvSpPr txBox="1"/>
          <p:nvPr/>
        </p:nvSpPr>
        <p:spPr>
          <a:xfrm>
            <a:off x="2487168" y="330098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GND</a:t>
            </a:r>
            <a:endParaRPr lang="ko-KR" sz="828"/>
          </a:p>
        </p:txBody>
      </p:sp>
      <p:sp>
        <p:nvSpPr>
          <p:cNvPr id="96" name="Shape 96"/>
          <p:cNvSpPr/>
          <p:nvPr/>
        </p:nvSpPr>
        <p:spPr>
          <a:xfrm>
            <a:off x="4572000" y="3273552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7" name="Text 97"/>
          <p:cNvSpPr txBox="1"/>
          <p:nvPr/>
        </p:nvSpPr>
        <p:spPr>
          <a:xfrm>
            <a:off x="4636008" y="330098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빨</a:t>
            </a:r>
            <a:endParaRPr lang="ko-KR" sz="828"/>
          </a:p>
        </p:txBody>
      </p:sp>
      <p:sp>
        <p:nvSpPr>
          <p:cNvPr id="98" name="Shape 98"/>
          <p:cNvSpPr/>
          <p:nvPr/>
        </p:nvSpPr>
        <p:spPr>
          <a:xfrm>
            <a:off x="6583680" y="3273552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9" name="Text 99"/>
          <p:cNvSpPr txBox="1"/>
          <p:nvPr/>
        </p:nvSpPr>
        <p:spPr>
          <a:xfrm>
            <a:off x="6647688" y="330098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USER:3</a:t>
            </a:r>
            <a:endParaRPr lang="ko-KR" sz="828"/>
          </a:p>
        </p:txBody>
      </p:sp>
      <p:sp>
        <p:nvSpPr>
          <p:cNvPr id="100" name="Shape 100"/>
          <p:cNvSpPr/>
          <p:nvPr/>
        </p:nvSpPr>
        <p:spPr>
          <a:xfrm>
            <a:off x="457200" y="3538728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1" name="Text 101"/>
          <p:cNvSpPr txBox="1"/>
          <p:nvPr/>
        </p:nvSpPr>
        <p:spPr>
          <a:xfrm>
            <a:off x="521208" y="356616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</a:t>
            </a:r>
            <a:endParaRPr lang="ko-KR" sz="828"/>
          </a:p>
        </p:txBody>
      </p:sp>
      <p:sp>
        <p:nvSpPr>
          <p:cNvPr id="102" name="Shape 102"/>
          <p:cNvSpPr/>
          <p:nvPr/>
        </p:nvSpPr>
        <p:spPr>
          <a:xfrm>
            <a:off x="1783080" y="3538728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3" name="Text 103"/>
          <p:cNvSpPr txBox="1"/>
          <p:nvPr/>
        </p:nvSpPr>
        <p:spPr>
          <a:xfrm>
            <a:off x="1847088" y="356616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</a:t>
            </a:r>
            <a:endParaRPr lang="ko-KR" sz="828"/>
          </a:p>
        </p:txBody>
      </p:sp>
      <p:sp>
        <p:nvSpPr>
          <p:cNvPr id="104" name="Shape 104"/>
          <p:cNvSpPr/>
          <p:nvPr/>
        </p:nvSpPr>
        <p:spPr>
          <a:xfrm>
            <a:off x="2423160" y="3538728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2487168" y="356616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RX2</a:t>
            </a:r>
            <a:endParaRPr lang="ko-KR" sz="828"/>
          </a:p>
        </p:txBody>
      </p:sp>
      <p:sp>
        <p:nvSpPr>
          <p:cNvPr id="106" name="Shape 106"/>
          <p:cNvSpPr/>
          <p:nvPr/>
        </p:nvSpPr>
        <p:spPr>
          <a:xfrm>
            <a:off x="4572000" y="3538728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4636008" y="356616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갈</a:t>
            </a:r>
            <a:endParaRPr lang="ko-KR" sz="828"/>
          </a:p>
        </p:txBody>
      </p:sp>
      <p:sp>
        <p:nvSpPr>
          <p:cNvPr id="108" name="Shape 108"/>
          <p:cNvSpPr/>
          <p:nvPr/>
        </p:nvSpPr>
        <p:spPr>
          <a:xfrm>
            <a:off x="6583680" y="3538728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6647688" y="356616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USER:2</a:t>
            </a:r>
            <a:endParaRPr lang="ko-KR" sz="828"/>
          </a:p>
        </p:txBody>
      </p:sp>
      <p:sp>
        <p:nvSpPr>
          <p:cNvPr id="110" name="Shape 110"/>
          <p:cNvSpPr/>
          <p:nvPr/>
        </p:nvSpPr>
        <p:spPr>
          <a:xfrm>
            <a:off x="457200" y="3803904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1" name="Text 111"/>
          <p:cNvSpPr txBox="1"/>
          <p:nvPr/>
        </p:nvSpPr>
        <p:spPr>
          <a:xfrm>
            <a:off x="521208" y="383133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</a:t>
            </a:r>
            <a:endParaRPr lang="ko-KR" sz="828"/>
          </a:p>
        </p:txBody>
      </p:sp>
      <p:sp>
        <p:nvSpPr>
          <p:cNvPr id="112" name="Shape 112"/>
          <p:cNvSpPr/>
          <p:nvPr/>
        </p:nvSpPr>
        <p:spPr>
          <a:xfrm>
            <a:off x="1783080" y="3803904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1847088" y="383133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3</a:t>
            </a:r>
            <a:endParaRPr lang="ko-KR" sz="828"/>
          </a:p>
        </p:txBody>
      </p:sp>
      <p:sp>
        <p:nvSpPr>
          <p:cNvPr id="114" name="Shape 114"/>
          <p:cNvSpPr/>
          <p:nvPr/>
        </p:nvSpPr>
        <p:spPr>
          <a:xfrm>
            <a:off x="2423160" y="3803904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5" name="Text 115"/>
          <p:cNvSpPr txBox="1"/>
          <p:nvPr/>
        </p:nvSpPr>
        <p:spPr>
          <a:xfrm>
            <a:off x="2487168" y="383133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TX2</a:t>
            </a:r>
            <a:endParaRPr lang="ko-KR" sz="828"/>
          </a:p>
        </p:txBody>
      </p:sp>
      <p:sp>
        <p:nvSpPr>
          <p:cNvPr id="116" name="Shape 116"/>
          <p:cNvSpPr/>
          <p:nvPr/>
        </p:nvSpPr>
        <p:spPr>
          <a:xfrm>
            <a:off x="4572000" y="3803904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4636008" y="383133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</a:t>
            </a:r>
            <a:endParaRPr lang="ko-KR" sz="828"/>
          </a:p>
        </p:txBody>
      </p:sp>
      <p:sp>
        <p:nvSpPr>
          <p:cNvPr id="118" name="Shape 118"/>
          <p:cNvSpPr/>
          <p:nvPr/>
        </p:nvSpPr>
        <p:spPr>
          <a:xfrm>
            <a:off x="6583680" y="3803904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9" name="Text 119"/>
          <p:cNvSpPr txBox="1"/>
          <p:nvPr/>
        </p:nvSpPr>
        <p:spPr>
          <a:xfrm>
            <a:off x="6647688" y="383133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USER:1</a:t>
            </a:r>
            <a:endParaRPr lang="ko-KR" sz="828"/>
          </a:p>
        </p:txBody>
      </p:sp>
      <p:sp>
        <p:nvSpPr>
          <p:cNvPr id="120" name="Shape 120"/>
          <p:cNvSpPr/>
          <p:nvPr/>
        </p:nvSpPr>
        <p:spPr>
          <a:xfrm>
            <a:off x="457200" y="4069080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521208" y="409651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</a:t>
            </a:r>
            <a:endParaRPr lang="ko-KR" sz="828"/>
          </a:p>
        </p:txBody>
      </p:sp>
      <p:sp>
        <p:nvSpPr>
          <p:cNvPr id="122" name="Shape 122"/>
          <p:cNvSpPr/>
          <p:nvPr/>
        </p:nvSpPr>
        <p:spPr>
          <a:xfrm>
            <a:off x="1783080" y="4069080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3" name="Text 123"/>
          <p:cNvSpPr txBox="1"/>
          <p:nvPr/>
        </p:nvSpPr>
        <p:spPr>
          <a:xfrm>
            <a:off x="1847088" y="409651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4</a:t>
            </a:r>
            <a:endParaRPr lang="ko-KR" sz="828"/>
          </a:p>
        </p:txBody>
      </p:sp>
      <p:sp>
        <p:nvSpPr>
          <p:cNvPr id="124" name="Shape 124"/>
          <p:cNvSpPr/>
          <p:nvPr/>
        </p:nvSpPr>
        <p:spPr>
          <a:xfrm>
            <a:off x="2423160" y="4069080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2487168" y="409651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PLC GND</a:t>
            </a:r>
            <a:endParaRPr lang="ko-KR" sz="828"/>
          </a:p>
        </p:txBody>
      </p:sp>
      <p:sp>
        <p:nvSpPr>
          <p:cNvPr id="126" name="Shape 126"/>
          <p:cNvSpPr/>
          <p:nvPr/>
        </p:nvSpPr>
        <p:spPr>
          <a:xfrm>
            <a:off x="4572000" y="4069080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4636008" y="409651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</a:t>
            </a:r>
            <a:endParaRPr lang="ko-KR" sz="828"/>
          </a:p>
        </p:txBody>
      </p:sp>
      <p:sp>
        <p:nvSpPr>
          <p:cNvPr id="128" name="Shape 128"/>
          <p:cNvSpPr/>
          <p:nvPr/>
        </p:nvSpPr>
        <p:spPr>
          <a:xfrm>
            <a:off x="6583680" y="4069080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6647688" y="409651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FILTER GND 분기</a:t>
            </a:r>
            <a:endParaRPr lang="ko-KR" sz="828"/>
          </a:p>
        </p:txBody>
      </p:sp>
      <p:sp>
        <p:nvSpPr>
          <p:cNvPr id="130" name="Shape 130"/>
          <p:cNvSpPr/>
          <p:nvPr/>
        </p:nvSpPr>
        <p:spPr>
          <a:xfrm>
            <a:off x="457200" y="4334256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1" name="Text 131"/>
          <p:cNvSpPr txBox="1"/>
          <p:nvPr/>
        </p:nvSpPr>
        <p:spPr>
          <a:xfrm>
            <a:off x="521208" y="4361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</a:t>
            </a:r>
            <a:endParaRPr lang="ko-KR" sz="828"/>
          </a:p>
        </p:txBody>
      </p:sp>
      <p:sp>
        <p:nvSpPr>
          <p:cNvPr id="132" name="Shape 132"/>
          <p:cNvSpPr/>
          <p:nvPr/>
        </p:nvSpPr>
        <p:spPr>
          <a:xfrm>
            <a:off x="1783080" y="4334256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1847088" y="4361688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</a:t>
            </a:r>
            <a:endParaRPr lang="ko-KR" sz="828"/>
          </a:p>
        </p:txBody>
      </p:sp>
      <p:sp>
        <p:nvSpPr>
          <p:cNvPr id="134" name="Shape 134"/>
          <p:cNvSpPr/>
          <p:nvPr/>
        </p:nvSpPr>
        <p:spPr>
          <a:xfrm>
            <a:off x="2423160" y="4334256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2487168" y="4361688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PLC 24V</a:t>
            </a:r>
            <a:endParaRPr lang="ko-KR" sz="828"/>
          </a:p>
        </p:txBody>
      </p:sp>
      <p:sp>
        <p:nvSpPr>
          <p:cNvPr id="136" name="Shape 136"/>
          <p:cNvSpPr/>
          <p:nvPr/>
        </p:nvSpPr>
        <p:spPr>
          <a:xfrm>
            <a:off x="4572000" y="4334256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7" name="Text 137"/>
          <p:cNvSpPr txBox="1"/>
          <p:nvPr/>
        </p:nvSpPr>
        <p:spPr>
          <a:xfrm>
            <a:off x="4636008" y="4361688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빨</a:t>
            </a:r>
            <a:endParaRPr lang="ko-KR" sz="828"/>
          </a:p>
        </p:txBody>
      </p:sp>
      <p:sp>
        <p:nvSpPr>
          <p:cNvPr id="138" name="Shape 138"/>
          <p:cNvSpPr/>
          <p:nvPr/>
        </p:nvSpPr>
        <p:spPr>
          <a:xfrm>
            <a:off x="6583680" y="4334256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6647688" y="4361688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FILTER 24V 분기</a:t>
            </a:r>
            <a:endParaRPr lang="ko-KR" sz="828"/>
          </a:p>
        </p:txBody>
      </p:sp>
      <p:sp>
        <p:nvSpPr>
          <p:cNvPr id="140" name="Shape 140"/>
          <p:cNvSpPr/>
          <p:nvPr/>
        </p:nvSpPr>
        <p:spPr>
          <a:xfrm>
            <a:off x="457200" y="4599432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521208" y="4626864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BELT</a:t>
            </a:r>
            <a:endParaRPr lang="ko-KR" sz="828"/>
          </a:p>
        </p:txBody>
      </p:sp>
      <p:sp>
        <p:nvSpPr>
          <p:cNvPr id="142" name="Shape 142"/>
          <p:cNvSpPr/>
          <p:nvPr/>
        </p:nvSpPr>
        <p:spPr>
          <a:xfrm>
            <a:off x="1783080" y="4599432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3" name="Text 143"/>
          <p:cNvSpPr txBox="1"/>
          <p:nvPr/>
        </p:nvSpPr>
        <p:spPr>
          <a:xfrm>
            <a:off x="1847088" y="4626864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44" name="Shape 144"/>
          <p:cNvSpPr/>
          <p:nvPr/>
        </p:nvSpPr>
        <p:spPr>
          <a:xfrm>
            <a:off x="2423160" y="4599432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5" name="Text 145"/>
          <p:cNvSpPr txBox="1"/>
          <p:nvPr/>
        </p:nvSpPr>
        <p:spPr>
          <a:xfrm>
            <a:off x="2487168" y="4626864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24V</a:t>
            </a:r>
            <a:endParaRPr lang="ko-KR" sz="828"/>
          </a:p>
        </p:txBody>
      </p:sp>
      <p:sp>
        <p:nvSpPr>
          <p:cNvPr id="146" name="Shape 146"/>
          <p:cNvSpPr/>
          <p:nvPr/>
        </p:nvSpPr>
        <p:spPr>
          <a:xfrm>
            <a:off x="4572000" y="4599432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4636008" y="4626864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</a:t>
            </a:r>
            <a:endParaRPr lang="ko-KR" sz="828"/>
          </a:p>
        </p:txBody>
      </p:sp>
      <p:sp>
        <p:nvSpPr>
          <p:cNvPr id="148" name="Shape 148"/>
          <p:cNvSpPr/>
          <p:nvPr/>
        </p:nvSpPr>
        <p:spPr>
          <a:xfrm>
            <a:off x="6583680" y="4599432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9" name="Text 149"/>
          <p:cNvSpPr txBox="1"/>
          <p:nvPr/>
        </p:nvSpPr>
        <p:spPr>
          <a:xfrm>
            <a:off x="6647688" y="4626864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FILTER</a:t>
            </a:r>
            <a:endParaRPr lang="ko-KR" sz="828"/>
          </a:p>
        </p:txBody>
      </p:sp>
      <p:sp>
        <p:nvSpPr>
          <p:cNvPr id="150" name="Shape 150"/>
          <p:cNvSpPr/>
          <p:nvPr/>
        </p:nvSpPr>
        <p:spPr>
          <a:xfrm>
            <a:off x="457200" y="4864608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1" name="Text 151"/>
          <p:cNvSpPr txBox="1"/>
          <p:nvPr/>
        </p:nvSpPr>
        <p:spPr>
          <a:xfrm>
            <a:off x="521208" y="4892040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BELT</a:t>
            </a:r>
            <a:endParaRPr lang="ko-KR" sz="828"/>
          </a:p>
        </p:txBody>
      </p:sp>
      <p:sp>
        <p:nvSpPr>
          <p:cNvPr id="152" name="Shape 152"/>
          <p:cNvSpPr/>
          <p:nvPr/>
        </p:nvSpPr>
        <p:spPr>
          <a:xfrm>
            <a:off x="1783080" y="4864608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3" name="Text 153"/>
          <p:cNvSpPr txBox="1"/>
          <p:nvPr/>
        </p:nvSpPr>
        <p:spPr>
          <a:xfrm>
            <a:off x="1847088" y="4892040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</a:t>
            </a:r>
            <a:endParaRPr lang="ko-KR" sz="828"/>
          </a:p>
        </p:txBody>
      </p:sp>
      <p:sp>
        <p:nvSpPr>
          <p:cNvPr id="154" name="Shape 154"/>
          <p:cNvSpPr/>
          <p:nvPr/>
        </p:nvSpPr>
        <p:spPr>
          <a:xfrm>
            <a:off x="2423160" y="4864608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5" name="Text 155"/>
          <p:cNvSpPr txBox="1"/>
          <p:nvPr/>
        </p:nvSpPr>
        <p:spPr>
          <a:xfrm>
            <a:off x="2487168" y="4892040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GND</a:t>
            </a:r>
            <a:endParaRPr lang="ko-KR" sz="828"/>
          </a:p>
        </p:txBody>
      </p:sp>
      <p:sp>
        <p:nvSpPr>
          <p:cNvPr id="156" name="Shape 156"/>
          <p:cNvSpPr/>
          <p:nvPr/>
        </p:nvSpPr>
        <p:spPr>
          <a:xfrm>
            <a:off x="4572000" y="4864608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7" name="Text 157"/>
          <p:cNvSpPr txBox="1"/>
          <p:nvPr/>
        </p:nvSpPr>
        <p:spPr>
          <a:xfrm>
            <a:off x="4636008" y="489204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</a:t>
            </a:r>
            <a:endParaRPr lang="ko-KR" sz="828"/>
          </a:p>
        </p:txBody>
      </p:sp>
      <p:sp>
        <p:nvSpPr>
          <p:cNvPr id="158" name="Shape 158"/>
          <p:cNvSpPr/>
          <p:nvPr/>
        </p:nvSpPr>
        <p:spPr>
          <a:xfrm>
            <a:off x="6583680" y="4864608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9" name="Text 159"/>
          <p:cNvSpPr txBox="1"/>
          <p:nvPr/>
        </p:nvSpPr>
        <p:spPr>
          <a:xfrm>
            <a:off x="6647688" y="4892040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FILTER</a:t>
            </a:r>
            <a:endParaRPr lang="ko-KR" sz="828"/>
          </a:p>
        </p:txBody>
      </p:sp>
      <p:sp>
        <p:nvSpPr>
          <p:cNvPr id="160" name="Shape 160"/>
          <p:cNvSpPr/>
          <p:nvPr/>
        </p:nvSpPr>
        <p:spPr>
          <a:xfrm>
            <a:off x="457200" y="5129784"/>
            <a:ext cx="13258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1" name="Text 161"/>
          <p:cNvSpPr txBox="1"/>
          <p:nvPr/>
        </p:nvSpPr>
        <p:spPr>
          <a:xfrm>
            <a:off x="521208" y="5157216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BOARD</a:t>
            </a:r>
            <a:endParaRPr lang="ko-KR" sz="828"/>
          </a:p>
        </p:txBody>
      </p:sp>
      <p:sp>
        <p:nvSpPr>
          <p:cNvPr id="162" name="Shape 162"/>
          <p:cNvSpPr/>
          <p:nvPr/>
        </p:nvSpPr>
        <p:spPr>
          <a:xfrm>
            <a:off x="1783080" y="5129784"/>
            <a:ext cx="6400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3" name="Text 163"/>
          <p:cNvSpPr txBox="1"/>
          <p:nvPr/>
        </p:nvSpPr>
        <p:spPr>
          <a:xfrm>
            <a:off x="1847088" y="5157216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64" name="Shape 164"/>
          <p:cNvSpPr/>
          <p:nvPr/>
        </p:nvSpPr>
        <p:spPr>
          <a:xfrm>
            <a:off x="2423160" y="5129784"/>
            <a:ext cx="21488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5" name="Text 165"/>
          <p:cNvSpPr txBox="1"/>
          <p:nvPr/>
        </p:nvSpPr>
        <p:spPr>
          <a:xfrm>
            <a:off x="2487168" y="5157216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24V</a:t>
            </a:r>
            <a:endParaRPr lang="ko-KR" sz="828"/>
          </a:p>
        </p:txBody>
      </p:sp>
      <p:sp>
        <p:nvSpPr>
          <p:cNvPr id="166" name="Shape 166"/>
          <p:cNvSpPr/>
          <p:nvPr/>
        </p:nvSpPr>
        <p:spPr>
          <a:xfrm>
            <a:off x="4572000" y="5129784"/>
            <a:ext cx="201168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7" name="Text 167"/>
          <p:cNvSpPr txBox="1"/>
          <p:nvPr/>
        </p:nvSpPr>
        <p:spPr>
          <a:xfrm>
            <a:off x="4636008" y="5157216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흰</a:t>
            </a:r>
            <a:endParaRPr lang="ko-KR" sz="828"/>
          </a:p>
        </p:txBody>
      </p:sp>
      <p:sp>
        <p:nvSpPr>
          <p:cNvPr id="168" name="Shape 168"/>
          <p:cNvSpPr/>
          <p:nvPr/>
        </p:nvSpPr>
        <p:spPr>
          <a:xfrm>
            <a:off x="6583680" y="5129784"/>
            <a:ext cx="5760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9" name="Text 169"/>
          <p:cNvSpPr txBox="1"/>
          <p:nvPr/>
        </p:nvSpPr>
        <p:spPr>
          <a:xfrm>
            <a:off x="6647688" y="5157216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FILTER</a:t>
            </a:r>
            <a:endParaRPr lang="ko-KR" sz="828"/>
          </a:p>
        </p:txBody>
      </p:sp>
      <p:sp>
        <p:nvSpPr>
          <p:cNvPr id="170" name="Shape 170"/>
          <p:cNvSpPr/>
          <p:nvPr/>
        </p:nvSpPr>
        <p:spPr>
          <a:xfrm>
            <a:off x="457200" y="5394960"/>
            <a:ext cx="13258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1" name="Text 171"/>
          <p:cNvSpPr txBox="1"/>
          <p:nvPr/>
        </p:nvSpPr>
        <p:spPr>
          <a:xfrm>
            <a:off x="521208" y="5422392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BOARD</a:t>
            </a:r>
            <a:endParaRPr lang="ko-KR" sz="828"/>
          </a:p>
        </p:txBody>
      </p:sp>
      <p:sp>
        <p:nvSpPr>
          <p:cNvPr id="172" name="Shape 172"/>
          <p:cNvSpPr/>
          <p:nvPr/>
        </p:nvSpPr>
        <p:spPr>
          <a:xfrm>
            <a:off x="1783080" y="5394960"/>
            <a:ext cx="6400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3" name="Text 173"/>
          <p:cNvSpPr txBox="1"/>
          <p:nvPr/>
        </p:nvSpPr>
        <p:spPr>
          <a:xfrm>
            <a:off x="1847088" y="5422392"/>
            <a:ext cx="5120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</a:t>
            </a:r>
            <a:endParaRPr lang="ko-KR" sz="828"/>
          </a:p>
        </p:txBody>
      </p:sp>
      <p:sp>
        <p:nvSpPr>
          <p:cNvPr id="174" name="Shape 174"/>
          <p:cNvSpPr/>
          <p:nvPr/>
        </p:nvSpPr>
        <p:spPr>
          <a:xfrm>
            <a:off x="2423160" y="5394960"/>
            <a:ext cx="21488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5" name="Text 175"/>
          <p:cNvSpPr txBox="1"/>
          <p:nvPr/>
        </p:nvSpPr>
        <p:spPr>
          <a:xfrm>
            <a:off x="2487168" y="5422392"/>
            <a:ext cx="20208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GND</a:t>
            </a:r>
            <a:endParaRPr lang="ko-KR" sz="828"/>
          </a:p>
        </p:txBody>
      </p:sp>
      <p:sp>
        <p:nvSpPr>
          <p:cNvPr id="176" name="Shape 176"/>
          <p:cNvSpPr/>
          <p:nvPr/>
        </p:nvSpPr>
        <p:spPr>
          <a:xfrm>
            <a:off x="4572000" y="5394960"/>
            <a:ext cx="20116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7" name="Text 177"/>
          <p:cNvSpPr txBox="1"/>
          <p:nvPr/>
        </p:nvSpPr>
        <p:spPr>
          <a:xfrm>
            <a:off x="4636008" y="5422392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</a:t>
            </a:r>
            <a:endParaRPr lang="ko-KR" sz="828"/>
          </a:p>
        </p:txBody>
      </p:sp>
      <p:sp>
        <p:nvSpPr>
          <p:cNvPr id="178" name="Shape 178"/>
          <p:cNvSpPr/>
          <p:nvPr/>
        </p:nvSpPr>
        <p:spPr>
          <a:xfrm>
            <a:off x="6583680" y="5394960"/>
            <a:ext cx="5760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9" name="Text 179"/>
          <p:cNvSpPr txBox="1"/>
          <p:nvPr/>
        </p:nvSpPr>
        <p:spPr>
          <a:xfrm>
            <a:off x="6647688" y="5422392"/>
            <a:ext cx="5632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FILTER</a:t>
            </a:r>
            <a:endParaRPr lang="ko-KR" sz="82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8016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37744" y="237744"/>
            <a:ext cx="12326112" cy="7754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03247"/>
            </a:solidFill>
          </a:ln>
        </p:spPr>
      </p:sp>
      <p:sp>
        <p:nvSpPr>
          <p:cNvPr id="4" name="Shape 4"/>
          <p:cNvSpPr/>
          <p:nvPr/>
        </p:nvSpPr>
        <p:spPr>
          <a:xfrm>
            <a:off x="246888" y="246888"/>
            <a:ext cx="12307824" cy="658368"/>
          </a:xfrm>
          <a:prstGeom prst="rect">
            <a:avLst/>
          </a:prstGeom>
          <a:solidFill>
            <a:srgbClr val="F3F7F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38912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80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부품표 (BOM)  1 / 1</a:t>
            </a:r>
            <a:endParaRPr lang="ko-KR" sz="1800"/>
          </a:p>
        </p:txBody>
      </p:sp>
      <p:sp>
        <p:nvSpPr>
          <p:cNvPr id="6" name="Text 6"/>
          <p:cNvSpPr txBox="1"/>
          <p:nvPr/>
        </p:nvSpPr>
        <p:spPr>
          <a:xfrm>
            <a:off x="448056" y="621792"/>
            <a:ext cx="100584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CTS-pCOM-A8-M-02-SE-03-222-11-040-010-030-030</a:t>
            </a:r>
            <a:endParaRPr lang="ko-KR" sz="1008"/>
          </a:p>
        </p:txBody>
      </p:sp>
      <p:sp>
        <p:nvSpPr>
          <p:cNvPr id="7" name="Text 7"/>
          <p:cNvSpPr txBox="1"/>
          <p:nvPr/>
        </p:nvSpPr>
        <p:spPr>
          <a:xfrm>
            <a:off x="10149840" y="33832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29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 /  8 BIT</a:t>
            </a:r>
            <a:endParaRPr lang="ko-KR" sz="1296"/>
          </a:p>
        </p:txBody>
      </p:sp>
      <p:sp>
        <p:nvSpPr>
          <p:cNvPr id="8" name="Text 8"/>
          <p:cNvSpPr txBox="1"/>
          <p:nvPr/>
        </p:nvSpPr>
        <p:spPr>
          <a:xfrm>
            <a:off x="10149840" y="630936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04 / 05</a:t>
            </a:r>
            <a:endParaRPr lang="ko-KR" sz="864"/>
          </a:p>
        </p:txBody>
      </p:sp>
      <p:cxnSp>
        <p:nvCxnSpPr>
          <p:cNvPr id="9" name="Line 9"/>
          <p:cNvCxnSpPr/>
          <p:nvPr/>
        </p:nvCxnSpPr>
        <p:spPr>
          <a:xfrm>
            <a:off x="246888" y="905256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Line 10"/>
          <p:cNvCxnSpPr/>
          <p:nvPr/>
        </p:nvCxnSpPr>
        <p:spPr>
          <a:xfrm>
            <a:off x="246888" y="7434072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 11"/>
          <p:cNvSpPr txBox="1"/>
          <p:nvPr/>
        </p:nvSpPr>
        <p:spPr>
          <a:xfrm>
            <a:off x="438912" y="7552944"/>
            <a:ext cx="790956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DWG.  CTS-pCOM-A8-M-02-SE-03-222-11-040-010-030-030</a:t>
            </a:r>
            <a:endParaRPr lang="ko-KR" sz="864"/>
          </a:p>
        </p:txBody>
      </p:sp>
      <p:sp>
        <p:nvSpPr>
          <p:cNvPr id="12" name="Text 12"/>
          <p:cNvSpPr txBox="1"/>
          <p:nvPr/>
        </p:nvSpPr>
        <p:spPr>
          <a:xfrm>
            <a:off x="438912" y="7763256"/>
            <a:ext cx="809244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개략 연결도 · 치수 비례 아님  |  배선 정의와 검토 항목은 상세 시트 참조</a:t>
            </a:r>
            <a:endParaRPr lang="ko-KR" sz="792"/>
          </a:p>
        </p:txBody>
      </p:sp>
      <p:cxnSp>
        <p:nvCxnSpPr>
          <p:cNvPr id="13" name="Line 13"/>
          <p:cNvCxnSpPr/>
          <p:nvPr/>
        </p:nvCxnSpPr>
        <p:spPr>
          <a:xfrm>
            <a:off x="875080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 14"/>
          <p:cNvSpPr txBox="1"/>
          <p:nvPr/>
        </p:nvSpPr>
        <p:spPr>
          <a:xfrm>
            <a:off x="8897112" y="75255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REV.  V1.0</a:t>
            </a:r>
            <a:endParaRPr lang="ko-KR" sz="864"/>
          </a:p>
        </p:txBody>
      </p:sp>
      <p:sp>
        <p:nvSpPr>
          <p:cNvPr id="15" name="Text 15"/>
          <p:cNvSpPr txBox="1"/>
          <p:nvPr/>
        </p:nvSpPr>
        <p:spPr>
          <a:xfrm>
            <a:off x="8897112" y="7735824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DATE  2026-10-28</a:t>
            </a:r>
            <a:endParaRPr lang="ko-KR" sz="792"/>
          </a:p>
        </p:txBody>
      </p:sp>
      <p:cxnSp>
        <p:nvCxnSpPr>
          <p:cNvPr id="16" name="Line 16"/>
          <p:cNvCxnSpPr/>
          <p:nvPr/>
        </p:nvCxnSpPr>
        <p:spPr>
          <a:xfrm>
            <a:off x="1062532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 17"/>
          <p:cNvSpPr txBox="1"/>
          <p:nvPr/>
        </p:nvSpPr>
        <p:spPr>
          <a:xfrm>
            <a:off x="10716768" y="7525512"/>
            <a:ext cx="154533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MASTER</a:t>
            </a:r>
            <a:endParaRPr lang="ko-KR" sz="1152"/>
          </a:p>
        </p:txBody>
      </p:sp>
      <p:sp>
        <p:nvSpPr>
          <p:cNvPr id="18" name="Text 18"/>
          <p:cNvSpPr txBox="1"/>
          <p:nvPr/>
        </p:nvSpPr>
        <p:spPr>
          <a:xfrm>
            <a:off x="10716768" y="774496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CABLE ASSY</a:t>
            </a:r>
            <a:endParaRPr lang="ko-KR" sz="720"/>
          </a:p>
        </p:txBody>
      </p:sp>
      <p:sp>
        <p:nvSpPr>
          <p:cNvPr id="19" name="Text 19"/>
          <p:cNvSpPr txBox="1"/>
          <p:nvPr/>
        </p:nvSpPr>
        <p:spPr>
          <a:xfrm>
            <a:off x="457200" y="1024128"/>
            <a:ext cx="113385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8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MASTER  /  SMR 12핀 ×2 · A Type</a:t>
            </a:r>
            <a:endParaRPr lang="ko-KR" sz="1080"/>
          </a:p>
        </p:txBody>
      </p:sp>
      <p:sp>
        <p:nvSpPr>
          <p:cNvPr id="20" name="Shape 20"/>
          <p:cNvSpPr/>
          <p:nvPr/>
        </p:nvSpPr>
        <p:spPr>
          <a:xfrm>
            <a:off x="457200" y="1417320"/>
            <a:ext cx="59436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521208" y="1444752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번호</a:t>
            </a:r>
            <a:endParaRPr lang="ko-KR" sz="828"/>
          </a:p>
        </p:txBody>
      </p:sp>
      <p:sp>
        <p:nvSpPr>
          <p:cNvPr id="22" name="Shape 22"/>
          <p:cNvSpPr/>
          <p:nvPr/>
        </p:nvSpPr>
        <p:spPr>
          <a:xfrm>
            <a:off x="1051560" y="1417320"/>
            <a:ext cx="96012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115568" y="1444752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구분</a:t>
            </a:r>
            <a:endParaRPr lang="ko-KR" sz="828"/>
          </a:p>
        </p:txBody>
      </p:sp>
      <p:sp>
        <p:nvSpPr>
          <p:cNvPr id="24" name="Shape 24"/>
          <p:cNvSpPr/>
          <p:nvPr/>
        </p:nvSpPr>
        <p:spPr>
          <a:xfrm>
            <a:off x="2011680" y="1417320"/>
            <a:ext cx="347472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075688" y="1444752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품명 / 사양</a:t>
            </a:r>
            <a:endParaRPr lang="ko-KR" sz="828"/>
          </a:p>
        </p:txBody>
      </p:sp>
      <p:sp>
        <p:nvSpPr>
          <p:cNvPr id="26" name="Shape 26"/>
          <p:cNvSpPr/>
          <p:nvPr/>
        </p:nvSpPr>
        <p:spPr>
          <a:xfrm>
            <a:off x="5486400" y="1417320"/>
            <a:ext cx="114300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5550408" y="1444752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제조사</a:t>
            </a:r>
            <a:endParaRPr lang="ko-KR" sz="828"/>
          </a:p>
        </p:txBody>
      </p:sp>
      <p:sp>
        <p:nvSpPr>
          <p:cNvPr id="28" name="Shape 28"/>
          <p:cNvSpPr/>
          <p:nvPr/>
        </p:nvSpPr>
        <p:spPr>
          <a:xfrm>
            <a:off x="6629400" y="1417320"/>
            <a:ext cx="59436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6693408" y="1444752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수량</a:t>
            </a:r>
            <a:endParaRPr lang="ko-KR" sz="828"/>
          </a:p>
        </p:txBody>
      </p:sp>
      <p:sp>
        <p:nvSpPr>
          <p:cNvPr id="30" name="Shape 30"/>
          <p:cNvSpPr/>
          <p:nvPr/>
        </p:nvSpPr>
        <p:spPr>
          <a:xfrm>
            <a:off x="7223760" y="1417320"/>
            <a:ext cx="5120640" cy="265176"/>
          </a:xfrm>
          <a:prstGeom prst="rect">
            <a:avLst/>
          </a:prstGeom>
          <a:solidFill>
            <a:srgbClr val="203247"/>
          </a:solidFill>
          <a:ln w="12700">
            <a:solidFill>
              <a:srgbClr val="D6E0E6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7287768" y="1444752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1" dirty="0">
                <a:solidFill>
                  <a:srgbClr val="FFFFFF"/>
                </a:solidFill>
                <a:latin typeface="Malgun Gothic"/>
                <a:ea typeface="Malgun Gothic"/>
                <a:cs typeface="Arial"/>
              </a:rPr>
              <a:t>비고</a:t>
            </a:r>
            <a:endParaRPr lang="ko-KR" sz="828"/>
          </a:p>
        </p:txBody>
      </p:sp>
      <p:sp>
        <p:nvSpPr>
          <p:cNvPr id="32" name="Shape 32"/>
          <p:cNvSpPr/>
          <p:nvPr/>
        </p:nvSpPr>
        <p:spPr>
          <a:xfrm>
            <a:off x="457200" y="1682496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521208" y="1709928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01</a:t>
            </a:r>
            <a:endParaRPr lang="ko-KR" sz="828"/>
          </a:p>
        </p:txBody>
      </p:sp>
      <p:sp>
        <p:nvSpPr>
          <p:cNvPr id="34" name="Shape 34"/>
          <p:cNvSpPr/>
          <p:nvPr/>
        </p:nvSpPr>
        <p:spPr>
          <a:xfrm>
            <a:off x="1051560" y="1682496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1115568" y="1709928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본체 커넥터</a:t>
            </a:r>
            <a:endParaRPr lang="ko-KR" sz="828"/>
          </a:p>
        </p:txBody>
      </p:sp>
      <p:sp>
        <p:nvSpPr>
          <p:cNvPr id="36" name="Shape 36"/>
          <p:cNvSpPr/>
          <p:nvPr/>
        </p:nvSpPr>
        <p:spPr>
          <a:xfrm>
            <a:off x="2011680" y="1682496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2075688" y="1709928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51021-1500</a:t>
            </a:r>
            <a:endParaRPr lang="ko-KR" sz="828"/>
          </a:p>
        </p:txBody>
      </p:sp>
      <p:sp>
        <p:nvSpPr>
          <p:cNvPr id="38" name="Shape 38"/>
          <p:cNvSpPr/>
          <p:nvPr/>
        </p:nvSpPr>
        <p:spPr>
          <a:xfrm>
            <a:off x="5486400" y="1682496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5550408" y="1709928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MOLEX</a:t>
            </a:r>
            <a:endParaRPr lang="ko-KR" sz="828"/>
          </a:p>
        </p:txBody>
      </p:sp>
      <p:sp>
        <p:nvSpPr>
          <p:cNvPr id="40" name="Shape 40"/>
          <p:cNvSpPr/>
          <p:nvPr/>
        </p:nvSpPr>
        <p:spPr>
          <a:xfrm>
            <a:off x="6629400" y="1682496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693408" y="1709928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42" name="Shape 42"/>
          <p:cNvSpPr/>
          <p:nvPr/>
        </p:nvSpPr>
        <p:spPr>
          <a:xfrm>
            <a:off x="7223760" y="1682496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7287768" y="1709928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① IN / VIN / MAINT</a:t>
            </a:r>
            <a:endParaRPr lang="ko-KR" sz="828"/>
          </a:p>
        </p:txBody>
      </p:sp>
      <p:sp>
        <p:nvSpPr>
          <p:cNvPr id="44" name="Shape 44"/>
          <p:cNvSpPr/>
          <p:nvPr/>
        </p:nvSpPr>
        <p:spPr>
          <a:xfrm>
            <a:off x="457200" y="1947672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521208" y="1975104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02</a:t>
            </a:r>
            <a:endParaRPr lang="ko-KR" sz="828"/>
          </a:p>
        </p:txBody>
      </p:sp>
      <p:sp>
        <p:nvSpPr>
          <p:cNvPr id="46" name="Shape 46"/>
          <p:cNvSpPr/>
          <p:nvPr/>
        </p:nvSpPr>
        <p:spPr>
          <a:xfrm>
            <a:off x="1051560" y="1947672"/>
            <a:ext cx="9601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1115568" y="1975104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본체 커넥터</a:t>
            </a:r>
            <a:endParaRPr lang="ko-KR" sz="828"/>
          </a:p>
        </p:txBody>
      </p:sp>
      <p:sp>
        <p:nvSpPr>
          <p:cNvPr id="48" name="Shape 48"/>
          <p:cNvSpPr/>
          <p:nvPr/>
        </p:nvSpPr>
        <p:spPr>
          <a:xfrm>
            <a:off x="2011680" y="1947672"/>
            <a:ext cx="3474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2075688" y="1975104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51021-1200</a:t>
            </a:r>
            <a:endParaRPr lang="ko-KR" sz="828"/>
          </a:p>
        </p:txBody>
      </p:sp>
      <p:sp>
        <p:nvSpPr>
          <p:cNvPr id="50" name="Shape 50"/>
          <p:cNvSpPr/>
          <p:nvPr/>
        </p:nvSpPr>
        <p:spPr>
          <a:xfrm>
            <a:off x="5486400" y="1947672"/>
            <a:ext cx="114300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5550408" y="1975104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MOLEX</a:t>
            </a:r>
            <a:endParaRPr lang="ko-KR" sz="828"/>
          </a:p>
        </p:txBody>
      </p:sp>
      <p:sp>
        <p:nvSpPr>
          <p:cNvPr id="52" name="Shape 52"/>
          <p:cNvSpPr/>
          <p:nvPr/>
        </p:nvSpPr>
        <p:spPr>
          <a:xfrm>
            <a:off x="6629400" y="1947672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6693408" y="1975104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54" name="Shape 54"/>
          <p:cNvSpPr/>
          <p:nvPr/>
        </p:nvSpPr>
        <p:spPr>
          <a:xfrm>
            <a:off x="7223760" y="1947672"/>
            <a:ext cx="51206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7287768" y="1975104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② OUT / 제어 신호</a:t>
            </a:r>
            <a:endParaRPr lang="ko-KR" sz="828"/>
          </a:p>
        </p:txBody>
      </p:sp>
      <p:sp>
        <p:nvSpPr>
          <p:cNvPr id="56" name="Shape 56"/>
          <p:cNvSpPr/>
          <p:nvPr/>
        </p:nvSpPr>
        <p:spPr>
          <a:xfrm>
            <a:off x="457200" y="2212848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7" name="Text 57"/>
          <p:cNvSpPr txBox="1"/>
          <p:nvPr/>
        </p:nvSpPr>
        <p:spPr>
          <a:xfrm>
            <a:off x="521208" y="2240280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03</a:t>
            </a:r>
            <a:endParaRPr lang="ko-KR" sz="828"/>
          </a:p>
        </p:txBody>
      </p:sp>
      <p:sp>
        <p:nvSpPr>
          <p:cNvPr id="58" name="Shape 58"/>
          <p:cNvSpPr/>
          <p:nvPr/>
        </p:nvSpPr>
        <p:spPr>
          <a:xfrm>
            <a:off x="1051560" y="2212848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59" name="Text 59"/>
          <p:cNvSpPr txBox="1"/>
          <p:nvPr/>
        </p:nvSpPr>
        <p:spPr>
          <a:xfrm>
            <a:off x="1115568" y="2240280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본체 커넥터</a:t>
            </a:r>
            <a:endParaRPr lang="ko-KR" sz="828"/>
          </a:p>
        </p:txBody>
      </p:sp>
      <p:sp>
        <p:nvSpPr>
          <p:cNvPr id="60" name="Shape 60"/>
          <p:cNvSpPr/>
          <p:nvPr/>
        </p:nvSpPr>
        <p:spPr>
          <a:xfrm>
            <a:off x="2011680" y="2212848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2075688" y="2240280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51021-0500</a:t>
            </a:r>
            <a:endParaRPr lang="ko-KR" sz="828"/>
          </a:p>
        </p:txBody>
      </p:sp>
      <p:sp>
        <p:nvSpPr>
          <p:cNvPr id="62" name="Shape 62"/>
          <p:cNvSpPr/>
          <p:nvPr/>
        </p:nvSpPr>
        <p:spPr>
          <a:xfrm>
            <a:off x="5486400" y="2212848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5550408" y="2240280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MOLEX</a:t>
            </a:r>
            <a:endParaRPr lang="ko-KR" sz="828"/>
          </a:p>
        </p:txBody>
      </p:sp>
      <p:sp>
        <p:nvSpPr>
          <p:cNvPr id="64" name="Shape 64"/>
          <p:cNvSpPr/>
          <p:nvPr/>
        </p:nvSpPr>
        <p:spPr>
          <a:xfrm>
            <a:off x="6629400" y="2212848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6693408" y="2240280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66" name="Shape 66"/>
          <p:cNvSpPr/>
          <p:nvPr/>
        </p:nvSpPr>
        <p:spPr>
          <a:xfrm>
            <a:off x="7223760" y="2212848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67" name="Text 67"/>
          <p:cNvSpPr txBox="1"/>
          <p:nvPr/>
        </p:nvSpPr>
        <p:spPr>
          <a:xfrm>
            <a:off x="7287768" y="2240280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⑤ USER / PLC</a:t>
            </a:r>
            <a:endParaRPr lang="ko-KR" sz="828"/>
          </a:p>
        </p:txBody>
      </p:sp>
      <p:sp>
        <p:nvSpPr>
          <p:cNvPr id="68" name="Shape 68"/>
          <p:cNvSpPr/>
          <p:nvPr/>
        </p:nvSpPr>
        <p:spPr>
          <a:xfrm>
            <a:off x="457200" y="2478024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69" name="Text 69"/>
          <p:cNvSpPr txBox="1"/>
          <p:nvPr/>
        </p:nvSpPr>
        <p:spPr>
          <a:xfrm>
            <a:off x="521208" y="2505456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04</a:t>
            </a:r>
            <a:endParaRPr lang="ko-KR" sz="828"/>
          </a:p>
        </p:txBody>
      </p:sp>
      <p:sp>
        <p:nvSpPr>
          <p:cNvPr id="70" name="Shape 70"/>
          <p:cNvSpPr/>
          <p:nvPr/>
        </p:nvSpPr>
        <p:spPr>
          <a:xfrm>
            <a:off x="1051560" y="2478024"/>
            <a:ext cx="9601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1115568" y="2505456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외부 커넥터</a:t>
            </a:r>
            <a:endParaRPr lang="ko-KR" sz="828"/>
          </a:p>
        </p:txBody>
      </p:sp>
      <p:sp>
        <p:nvSpPr>
          <p:cNvPr id="72" name="Shape 72"/>
          <p:cNvSpPr/>
          <p:nvPr/>
        </p:nvSpPr>
        <p:spPr>
          <a:xfrm>
            <a:off x="2011680" y="2478024"/>
            <a:ext cx="3474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2075688" y="2505456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SMR-12V-N</a:t>
            </a:r>
            <a:endParaRPr lang="ko-KR" sz="828"/>
          </a:p>
        </p:txBody>
      </p:sp>
      <p:sp>
        <p:nvSpPr>
          <p:cNvPr id="74" name="Shape 74"/>
          <p:cNvSpPr/>
          <p:nvPr/>
        </p:nvSpPr>
        <p:spPr>
          <a:xfrm>
            <a:off x="5486400" y="2478024"/>
            <a:ext cx="114300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75" name="Text 75"/>
          <p:cNvSpPr txBox="1"/>
          <p:nvPr/>
        </p:nvSpPr>
        <p:spPr>
          <a:xfrm>
            <a:off x="5550408" y="2505456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JST</a:t>
            </a:r>
            <a:endParaRPr lang="ko-KR" sz="828"/>
          </a:p>
        </p:txBody>
      </p:sp>
      <p:sp>
        <p:nvSpPr>
          <p:cNvPr id="76" name="Shape 76"/>
          <p:cNvSpPr/>
          <p:nvPr/>
        </p:nvSpPr>
        <p:spPr>
          <a:xfrm>
            <a:off x="6629400" y="2478024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77" name="Text 77"/>
          <p:cNvSpPr txBox="1"/>
          <p:nvPr/>
        </p:nvSpPr>
        <p:spPr>
          <a:xfrm>
            <a:off x="6693408" y="2505456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78" name="Shape 78"/>
          <p:cNvSpPr/>
          <p:nvPr/>
        </p:nvSpPr>
        <p:spPr>
          <a:xfrm>
            <a:off x="7223760" y="2478024"/>
            <a:ext cx="51206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7287768" y="2505456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I/O IN</a:t>
            </a:r>
            <a:endParaRPr lang="ko-KR" sz="828"/>
          </a:p>
        </p:txBody>
      </p:sp>
      <p:sp>
        <p:nvSpPr>
          <p:cNvPr id="80" name="Shape 80"/>
          <p:cNvSpPr/>
          <p:nvPr/>
        </p:nvSpPr>
        <p:spPr>
          <a:xfrm>
            <a:off x="457200" y="2743200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521208" y="2770632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05</a:t>
            </a:r>
            <a:endParaRPr lang="ko-KR" sz="828"/>
          </a:p>
        </p:txBody>
      </p:sp>
      <p:sp>
        <p:nvSpPr>
          <p:cNvPr id="82" name="Shape 82"/>
          <p:cNvSpPr/>
          <p:nvPr/>
        </p:nvSpPr>
        <p:spPr>
          <a:xfrm>
            <a:off x="1051560" y="2743200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1115568" y="2770632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외부 커넥터</a:t>
            </a:r>
            <a:endParaRPr lang="ko-KR" sz="828"/>
          </a:p>
        </p:txBody>
      </p:sp>
      <p:sp>
        <p:nvSpPr>
          <p:cNvPr id="84" name="Shape 84"/>
          <p:cNvSpPr/>
          <p:nvPr/>
        </p:nvSpPr>
        <p:spPr>
          <a:xfrm>
            <a:off x="2011680" y="2743200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85" name="Text 85"/>
          <p:cNvSpPr txBox="1"/>
          <p:nvPr/>
        </p:nvSpPr>
        <p:spPr>
          <a:xfrm>
            <a:off x="2075688" y="2770632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SMR-12V-N</a:t>
            </a:r>
            <a:endParaRPr lang="ko-KR" sz="828"/>
          </a:p>
        </p:txBody>
      </p:sp>
      <p:sp>
        <p:nvSpPr>
          <p:cNvPr id="86" name="Shape 86"/>
          <p:cNvSpPr/>
          <p:nvPr/>
        </p:nvSpPr>
        <p:spPr>
          <a:xfrm>
            <a:off x="5486400" y="2743200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87" name="Text 87"/>
          <p:cNvSpPr txBox="1"/>
          <p:nvPr/>
        </p:nvSpPr>
        <p:spPr>
          <a:xfrm>
            <a:off x="5550408" y="2770632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JST</a:t>
            </a:r>
            <a:endParaRPr lang="ko-KR" sz="828"/>
          </a:p>
        </p:txBody>
      </p:sp>
      <p:sp>
        <p:nvSpPr>
          <p:cNvPr id="88" name="Shape 88"/>
          <p:cNvSpPr/>
          <p:nvPr/>
        </p:nvSpPr>
        <p:spPr>
          <a:xfrm>
            <a:off x="6629400" y="2743200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89" name="Text 89"/>
          <p:cNvSpPr txBox="1"/>
          <p:nvPr/>
        </p:nvSpPr>
        <p:spPr>
          <a:xfrm>
            <a:off x="6693408" y="2770632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90" name="Shape 90"/>
          <p:cNvSpPr/>
          <p:nvPr/>
        </p:nvSpPr>
        <p:spPr>
          <a:xfrm>
            <a:off x="7223760" y="2743200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7287768" y="2770632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I/O OUT</a:t>
            </a:r>
            <a:endParaRPr lang="ko-KR" sz="828"/>
          </a:p>
        </p:txBody>
      </p:sp>
      <p:sp>
        <p:nvSpPr>
          <p:cNvPr id="92" name="Shape 92"/>
          <p:cNvSpPr/>
          <p:nvPr/>
        </p:nvSpPr>
        <p:spPr>
          <a:xfrm>
            <a:off x="457200" y="3008376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93" name="Text 93"/>
          <p:cNvSpPr txBox="1"/>
          <p:nvPr/>
        </p:nvSpPr>
        <p:spPr>
          <a:xfrm>
            <a:off x="521208" y="3035808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06</a:t>
            </a:r>
            <a:endParaRPr lang="ko-KR" sz="828"/>
          </a:p>
        </p:txBody>
      </p:sp>
      <p:sp>
        <p:nvSpPr>
          <p:cNvPr id="94" name="Shape 94"/>
          <p:cNvSpPr/>
          <p:nvPr/>
        </p:nvSpPr>
        <p:spPr>
          <a:xfrm>
            <a:off x="1051560" y="3008376"/>
            <a:ext cx="9601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95" name="Text 95"/>
          <p:cNvSpPr txBox="1"/>
          <p:nvPr/>
        </p:nvSpPr>
        <p:spPr>
          <a:xfrm>
            <a:off x="1115568" y="3035808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외부 커넥터</a:t>
            </a:r>
            <a:endParaRPr lang="ko-KR" sz="828"/>
          </a:p>
        </p:txBody>
      </p:sp>
      <p:sp>
        <p:nvSpPr>
          <p:cNvPr id="96" name="Shape 96"/>
          <p:cNvSpPr/>
          <p:nvPr/>
        </p:nvSpPr>
        <p:spPr>
          <a:xfrm>
            <a:off x="2011680" y="3008376"/>
            <a:ext cx="3474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97" name="Text 97"/>
          <p:cNvSpPr txBox="1"/>
          <p:nvPr/>
        </p:nvSpPr>
        <p:spPr>
          <a:xfrm>
            <a:off x="2075688" y="3035808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SMR-03V-N</a:t>
            </a:r>
            <a:endParaRPr lang="ko-KR" sz="828"/>
          </a:p>
        </p:txBody>
      </p:sp>
      <p:sp>
        <p:nvSpPr>
          <p:cNvPr id="98" name="Shape 98"/>
          <p:cNvSpPr/>
          <p:nvPr/>
        </p:nvSpPr>
        <p:spPr>
          <a:xfrm>
            <a:off x="5486400" y="3008376"/>
            <a:ext cx="114300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99" name="Text 99"/>
          <p:cNvSpPr txBox="1"/>
          <p:nvPr/>
        </p:nvSpPr>
        <p:spPr>
          <a:xfrm>
            <a:off x="5550408" y="3035808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JST</a:t>
            </a:r>
            <a:endParaRPr lang="ko-KR" sz="828"/>
          </a:p>
        </p:txBody>
      </p:sp>
      <p:sp>
        <p:nvSpPr>
          <p:cNvPr id="100" name="Shape 100"/>
          <p:cNvSpPr/>
          <p:nvPr/>
        </p:nvSpPr>
        <p:spPr>
          <a:xfrm>
            <a:off x="6629400" y="3008376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1" name="Text 101"/>
          <p:cNvSpPr txBox="1"/>
          <p:nvPr/>
        </p:nvSpPr>
        <p:spPr>
          <a:xfrm>
            <a:off x="6693408" y="3035808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02" name="Shape 102"/>
          <p:cNvSpPr/>
          <p:nvPr/>
        </p:nvSpPr>
        <p:spPr>
          <a:xfrm>
            <a:off x="7223760" y="3008376"/>
            <a:ext cx="51206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03" name="Text 103"/>
          <p:cNvSpPr txBox="1"/>
          <p:nvPr/>
        </p:nvSpPr>
        <p:spPr>
          <a:xfrm>
            <a:off x="7287768" y="3035808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MAINT</a:t>
            </a:r>
            <a:endParaRPr lang="ko-KR" sz="828"/>
          </a:p>
        </p:txBody>
      </p:sp>
      <p:sp>
        <p:nvSpPr>
          <p:cNvPr id="104" name="Shape 104"/>
          <p:cNvSpPr/>
          <p:nvPr/>
        </p:nvSpPr>
        <p:spPr>
          <a:xfrm>
            <a:off x="457200" y="3273552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521208" y="3300984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07</a:t>
            </a:r>
            <a:endParaRPr lang="ko-KR" sz="828"/>
          </a:p>
        </p:txBody>
      </p:sp>
      <p:sp>
        <p:nvSpPr>
          <p:cNvPr id="106" name="Shape 106"/>
          <p:cNvSpPr/>
          <p:nvPr/>
        </p:nvSpPr>
        <p:spPr>
          <a:xfrm>
            <a:off x="1051560" y="3273552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1115568" y="3300984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외부 커넥터</a:t>
            </a:r>
            <a:endParaRPr lang="ko-KR" sz="828"/>
          </a:p>
        </p:txBody>
      </p:sp>
      <p:sp>
        <p:nvSpPr>
          <p:cNvPr id="108" name="Shape 108"/>
          <p:cNvSpPr/>
          <p:nvPr/>
        </p:nvSpPr>
        <p:spPr>
          <a:xfrm>
            <a:off x="2011680" y="3273552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2075688" y="3300984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SMR-03V-N</a:t>
            </a:r>
            <a:endParaRPr lang="ko-KR" sz="828"/>
          </a:p>
        </p:txBody>
      </p:sp>
      <p:sp>
        <p:nvSpPr>
          <p:cNvPr id="110" name="Shape 110"/>
          <p:cNvSpPr/>
          <p:nvPr/>
        </p:nvSpPr>
        <p:spPr>
          <a:xfrm>
            <a:off x="5486400" y="3273552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1" name="Text 111"/>
          <p:cNvSpPr txBox="1"/>
          <p:nvPr/>
        </p:nvSpPr>
        <p:spPr>
          <a:xfrm>
            <a:off x="5550408" y="3300984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JST</a:t>
            </a:r>
            <a:endParaRPr lang="ko-KR" sz="828"/>
          </a:p>
        </p:txBody>
      </p:sp>
      <p:sp>
        <p:nvSpPr>
          <p:cNvPr id="112" name="Shape 112"/>
          <p:cNvSpPr/>
          <p:nvPr/>
        </p:nvSpPr>
        <p:spPr>
          <a:xfrm>
            <a:off x="6629400" y="3273552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6693408" y="3300984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14" name="Shape 114"/>
          <p:cNvSpPr/>
          <p:nvPr/>
        </p:nvSpPr>
        <p:spPr>
          <a:xfrm>
            <a:off x="7223760" y="3273552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15" name="Text 115"/>
          <p:cNvSpPr txBox="1"/>
          <p:nvPr/>
        </p:nvSpPr>
        <p:spPr>
          <a:xfrm>
            <a:off x="7287768" y="3300984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USER</a:t>
            </a:r>
            <a:endParaRPr lang="ko-KR" sz="828"/>
          </a:p>
        </p:txBody>
      </p:sp>
      <p:sp>
        <p:nvSpPr>
          <p:cNvPr id="116" name="Shape 116"/>
          <p:cNvSpPr/>
          <p:nvPr/>
        </p:nvSpPr>
        <p:spPr>
          <a:xfrm>
            <a:off x="457200" y="3538728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521208" y="3566160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08</a:t>
            </a:r>
            <a:endParaRPr lang="ko-KR" sz="828"/>
          </a:p>
        </p:txBody>
      </p:sp>
      <p:sp>
        <p:nvSpPr>
          <p:cNvPr id="118" name="Shape 118"/>
          <p:cNvSpPr/>
          <p:nvPr/>
        </p:nvSpPr>
        <p:spPr>
          <a:xfrm>
            <a:off x="1051560" y="3538728"/>
            <a:ext cx="9601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19" name="Text 119"/>
          <p:cNvSpPr txBox="1"/>
          <p:nvPr/>
        </p:nvSpPr>
        <p:spPr>
          <a:xfrm>
            <a:off x="1115568" y="3566160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외부 커넥터</a:t>
            </a:r>
            <a:endParaRPr lang="ko-KR" sz="828"/>
          </a:p>
        </p:txBody>
      </p:sp>
      <p:sp>
        <p:nvSpPr>
          <p:cNvPr id="120" name="Shape 120"/>
          <p:cNvSpPr/>
          <p:nvPr/>
        </p:nvSpPr>
        <p:spPr>
          <a:xfrm>
            <a:off x="2011680" y="3538728"/>
            <a:ext cx="3474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2075688" y="3566160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5559-02</a:t>
            </a:r>
            <a:endParaRPr lang="ko-KR" sz="828"/>
          </a:p>
        </p:txBody>
      </p:sp>
      <p:sp>
        <p:nvSpPr>
          <p:cNvPr id="122" name="Shape 122"/>
          <p:cNvSpPr/>
          <p:nvPr/>
        </p:nvSpPr>
        <p:spPr>
          <a:xfrm>
            <a:off x="5486400" y="3538728"/>
            <a:ext cx="114300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3" name="Text 123"/>
          <p:cNvSpPr txBox="1"/>
          <p:nvPr/>
        </p:nvSpPr>
        <p:spPr>
          <a:xfrm>
            <a:off x="5550408" y="3566160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MOLEX</a:t>
            </a:r>
            <a:endParaRPr lang="ko-KR" sz="828"/>
          </a:p>
        </p:txBody>
      </p:sp>
      <p:sp>
        <p:nvSpPr>
          <p:cNvPr id="124" name="Shape 124"/>
          <p:cNvSpPr/>
          <p:nvPr/>
        </p:nvSpPr>
        <p:spPr>
          <a:xfrm>
            <a:off x="6629400" y="3538728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6693408" y="3566160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26" name="Shape 126"/>
          <p:cNvSpPr/>
          <p:nvPr/>
        </p:nvSpPr>
        <p:spPr>
          <a:xfrm>
            <a:off x="7223760" y="3538728"/>
            <a:ext cx="51206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7287768" y="3566160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BELT</a:t>
            </a:r>
            <a:endParaRPr lang="ko-KR" sz="828"/>
          </a:p>
        </p:txBody>
      </p:sp>
      <p:sp>
        <p:nvSpPr>
          <p:cNvPr id="128" name="Shape 128"/>
          <p:cNvSpPr/>
          <p:nvPr/>
        </p:nvSpPr>
        <p:spPr>
          <a:xfrm>
            <a:off x="457200" y="3803904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521208" y="3831336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09</a:t>
            </a:r>
            <a:endParaRPr lang="ko-KR" sz="828"/>
          </a:p>
        </p:txBody>
      </p:sp>
      <p:sp>
        <p:nvSpPr>
          <p:cNvPr id="130" name="Shape 130"/>
          <p:cNvSpPr/>
          <p:nvPr/>
        </p:nvSpPr>
        <p:spPr>
          <a:xfrm>
            <a:off x="1051560" y="3803904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1" name="Text 131"/>
          <p:cNvSpPr txBox="1"/>
          <p:nvPr/>
        </p:nvSpPr>
        <p:spPr>
          <a:xfrm>
            <a:off x="1115568" y="3831336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외부 커넥터</a:t>
            </a:r>
            <a:endParaRPr lang="ko-KR" sz="828"/>
          </a:p>
        </p:txBody>
      </p:sp>
      <p:sp>
        <p:nvSpPr>
          <p:cNvPr id="132" name="Shape 132"/>
          <p:cNvSpPr/>
          <p:nvPr/>
        </p:nvSpPr>
        <p:spPr>
          <a:xfrm>
            <a:off x="2011680" y="3803904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2075688" y="3831336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5557-02</a:t>
            </a:r>
            <a:endParaRPr lang="ko-KR" sz="828"/>
          </a:p>
        </p:txBody>
      </p:sp>
      <p:sp>
        <p:nvSpPr>
          <p:cNvPr id="134" name="Shape 134"/>
          <p:cNvSpPr/>
          <p:nvPr/>
        </p:nvSpPr>
        <p:spPr>
          <a:xfrm>
            <a:off x="5486400" y="3803904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5550408" y="3831336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MOLEX</a:t>
            </a:r>
            <a:endParaRPr lang="ko-KR" sz="828"/>
          </a:p>
        </p:txBody>
      </p:sp>
      <p:sp>
        <p:nvSpPr>
          <p:cNvPr id="136" name="Shape 136"/>
          <p:cNvSpPr/>
          <p:nvPr/>
        </p:nvSpPr>
        <p:spPr>
          <a:xfrm>
            <a:off x="6629400" y="3803904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7" name="Text 137"/>
          <p:cNvSpPr txBox="1"/>
          <p:nvPr/>
        </p:nvSpPr>
        <p:spPr>
          <a:xfrm>
            <a:off x="6693408" y="3831336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38" name="Shape 138"/>
          <p:cNvSpPr/>
          <p:nvPr/>
        </p:nvSpPr>
        <p:spPr>
          <a:xfrm>
            <a:off x="7223760" y="3803904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7287768" y="3831336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BOARD</a:t>
            </a:r>
            <a:endParaRPr lang="ko-KR" sz="828"/>
          </a:p>
        </p:txBody>
      </p:sp>
      <p:sp>
        <p:nvSpPr>
          <p:cNvPr id="140" name="Shape 140"/>
          <p:cNvSpPr/>
          <p:nvPr/>
        </p:nvSpPr>
        <p:spPr>
          <a:xfrm>
            <a:off x="457200" y="4069080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521208" y="4096512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10</a:t>
            </a:r>
            <a:endParaRPr lang="ko-KR" sz="828"/>
          </a:p>
        </p:txBody>
      </p:sp>
      <p:sp>
        <p:nvSpPr>
          <p:cNvPr id="142" name="Shape 142"/>
          <p:cNvSpPr/>
          <p:nvPr/>
        </p:nvSpPr>
        <p:spPr>
          <a:xfrm>
            <a:off x="1051560" y="4069080"/>
            <a:ext cx="9601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3" name="Text 143"/>
          <p:cNvSpPr txBox="1"/>
          <p:nvPr/>
        </p:nvSpPr>
        <p:spPr>
          <a:xfrm>
            <a:off x="1115568" y="4096512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메인 선재</a:t>
            </a:r>
            <a:endParaRPr lang="ko-KR" sz="828"/>
          </a:p>
        </p:txBody>
      </p:sp>
      <p:sp>
        <p:nvSpPr>
          <p:cNvPr id="144" name="Shape 144"/>
          <p:cNvSpPr/>
          <p:nvPr/>
        </p:nvSpPr>
        <p:spPr>
          <a:xfrm>
            <a:off x="2011680" y="4069080"/>
            <a:ext cx="3474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5" name="Text 145"/>
          <p:cNvSpPr txBox="1"/>
          <p:nvPr/>
        </p:nvSpPr>
        <p:spPr>
          <a:xfrm>
            <a:off x="2075688" y="4096512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2464 28AWG 40C</a:t>
            </a:r>
            <a:endParaRPr lang="ko-KR" sz="828"/>
          </a:p>
        </p:txBody>
      </p:sp>
      <p:sp>
        <p:nvSpPr>
          <p:cNvPr id="146" name="Shape 146"/>
          <p:cNvSpPr/>
          <p:nvPr/>
        </p:nvSpPr>
        <p:spPr>
          <a:xfrm>
            <a:off x="5486400" y="4069080"/>
            <a:ext cx="114300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5550408" y="4096512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Kwangil</a:t>
            </a:r>
            <a:endParaRPr lang="ko-KR" sz="828"/>
          </a:p>
        </p:txBody>
      </p:sp>
      <p:sp>
        <p:nvSpPr>
          <p:cNvPr id="148" name="Shape 148"/>
          <p:cNvSpPr/>
          <p:nvPr/>
        </p:nvSpPr>
        <p:spPr>
          <a:xfrm>
            <a:off x="6629400" y="4069080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49" name="Text 149"/>
          <p:cNvSpPr txBox="1"/>
          <p:nvPr/>
        </p:nvSpPr>
        <p:spPr>
          <a:xfrm>
            <a:off x="6693408" y="4096512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50" name="Shape 150"/>
          <p:cNvSpPr/>
          <p:nvPr/>
        </p:nvSpPr>
        <p:spPr>
          <a:xfrm>
            <a:off x="7223760" y="4069080"/>
            <a:ext cx="51206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51" name="Text 151"/>
          <p:cNvSpPr txBox="1"/>
          <p:nvPr/>
        </p:nvSpPr>
        <p:spPr>
          <a:xfrm>
            <a:off x="7287768" y="4096512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I/O 구간 400mm</a:t>
            </a:r>
            <a:endParaRPr lang="ko-KR" sz="828"/>
          </a:p>
        </p:txBody>
      </p:sp>
      <p:sp>
        <p:nvSpPr>
          <p:cNvPr id="152" name="Shape 152"/>
          <p:cNvSpPr/>
          <p:nvPr/>
        </p:nvSpPr>
        <p:spPr>
          <a:xfrm>
            <a:off x="457200" y="4334256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3" name="Text 153"/>
          <p:cNvSpPr txBox="1"/>
          <p:nvPr/>
        </p:nvSpPr>
        <p:spPr>
          <a:xfrm>
            <a:off x="521208" y="4361688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11</a:t>
            </a:r>
            <a:endParaRPr lang="ko-KR" sz="828"/>
          </a:p>
        </p:txBody>
      </p:sp>
      <p:sp>
        <p:nvSpPr>
          <p:cNvPr id="154" name="Shape 154"/>
          <p:cNvSpPr/>
          <p:nvPr/>
        </p:nvSpPr>
        <p:spPr>
          <a:xfrm>
            <a:off x="1051560" y="4334256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5" name="Text 155"/>
          <p:cNvSpPr txBox="1"/>
          <p:nvPr/>
        </p:nvSpPr>
        <p:spPr>
          <a:xfrm>
            <a:off x="1115568" y="4361688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보조 선재</a:t>
            </a:r>
            <a:endParaRPr lang="ko-KR" sz="828"/>
          </a:p>
        </p:txBody>
      </p:sp>
      <p:sp>
        <p:nvSpPr>
          <p:cNvPr id="156" name="Shape 156"/>
          <p:cNvSpPr/>
          <p:nvPr/>
        </p:nvSpPr>
        <p:spPr>
          <a:xfrm>
            <a:off x="2011680" y="4334256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7" name="Text 157"/>
          <p:cNvSpPr txBox="1"/>
          <p:nvPr/>
        </p:nvSpPr>
        <p:spPr>
          <a:xfrm>
            <a:off x="2075688" y="4361688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26AWG 3C · 규격/제조사 별도 확인</a:t>
            </a:r>
            <a:endParaRPr lang="ko-KR" sz="828"/>
          </a:p>
        </p:txBody>
      </p:sp>
      <p:sp>
        <p:nvSpPr>
          <p:cNvPr id="158" name="Shape 158"/>
          <p:cNvSpPr/>
          <p:nvPr/>
        </p:nvSpPr>
        <p:spPr>
          <a:xfrm>
            <a:off x="5486400" y="4334256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59" name="Text 159"/>
          <p:cNvSpPr txBox="1"/>
          <p:nvPr/>
        </p:nvSpPr>
        <p:spPr>
          <a:xfrm>
            <a:off x="5550408" y="4361688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—</a:t>
            </a:r>
            <a:endParaRPr lang="ko-KR" sz="828"/>
          </a:p>
        </p:txBody>
      </p:sp>
      <p:sp>
        <p:nvSpPr>
          <p:cNvPr id="160" name="Shape 160"/>
          <p:cNvSpPr/>
          <p:nvPr/>
        </p:nvSpPr>
        <p:spPr>
          <a:xfrm>
            <a:off x="6629400" y="4334256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61" name="Text 161"/>
          <p:cNvSpPr txBox="1"/>
          <p:nvPr/>
        </p:nvSpPr>
        <p:spPr>
          <a:xfrm>
            <a:off x="6693408" y="4361688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3</a:t>
            </a:r>
            <a:endParaRPr lang="ko-KR" sz="828"/>
          </a:p>
        </p:txBody>
      </p:sp>
      <p:sp>
        <p:nvSpPr>
          <p:cNvPr id="162" name="Shape 162"/>
          <p:cNvSpPr/>
          <p:nvPr/>
        </p:nvSpPr>
        <p:spPr>
          <a:xfrm>
            <a:off x="7223760" y="4334256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63" name="Text 163"/>
          <p:cNvSpPr txBox="1"/>
          <p:nvPr/>
        </p:nvSpPr>
        <p:spPr>
          <a:xfrm>
            <a:off x="7287768" y="4361688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MAINT / USER(존재 시) / PLC · 도면별 2464/2095 상이</a:t>
            </a:r>
            <a:endParaRPr lang="ko-KR" sz="828"/>
          </a:p>
        </p:txBody>
      </p:sp>
      <p:sp>
        <p:nvSpPr>
          <p:cNvPr id="164" name="Shape 164"/>
          <p:cNvSpPr/>
          <p:nvPr/>
        </p:nvSpPr>
        <p:spPr>
          <a:xfrm>
            <a:off x="457200" y="4599432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5" name="Text 165"/>
          <p:cNvSpPr txBox="1"/>
          <p:nvPr/>
        </p:nvSpPr>
        <p:spPr>
          <a:xfrm>
            <a:off x="521208" y="4626864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12</a:t>
            </a:r>
            <a:endParaRPr lang="ko-KR" sz="828"/>
          </a:p>
        </p:txBody>
      </p:sp>
      <p:sp>
        <p:nvSpPr>
          <p:cNvPr id="166" name="Shape 166"/>
          <p:cNvSpPr/>
          <p:nvPr/>
        </p:nvSpPr>
        <p:spPr>
          <a:xfrm>
            <a:off x="1051560" y="4599432"/>
            <a:ext cx="9601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7" name="Text 167"/>
          <p:cNvSpPr txBox="1"/>
          <p:nvPr/>
        </p:nvSpPr>
        <p:spPr>
          <a:xfrm>
            <a:off x="1115568" y="4626864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전원 선재</a:t>
            </a:r>
            <a:endParaRPr lang="ko-KR" sz="828"/>
          </a:p>
        </p:txBody>
      </p:sp>
      <p:sp>
        <p:nvSpPr>
          <p:cNvPr id="168" name="Shape 168"/>
          <p:cNvSpPr/>
          <p:nvPr/>
        </p:nvSpPr>
        <p:spPr>
          <a:xfrm>
            <a:off x="2011680" y="4599432"/>
            <a:ext cx="347472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69" name="Text 169"/>
          <p:cNvSpPr txBox="1"/>
          <p:nvPr/>
        </p:nvSpPr>
        <p:spPr>
          <a:xfrm>
            <a:off x="2075688" y="4626864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2464 18AWG 2C</a:t>
            </a:r>
            <a:endParaRPr lang="ko-KR" sz="828"/>
          </a:p>
        </p:txBody>
      </p:sp>
      <p:sp>
        <p:nvSpPr>
          <p:cNvPr id="170" name="Shape 170"/>
          <p:cNvSpPr/>
          <p:nvPr/>
        </p:nvSpPr>
        <p:spPr>
          <a:xfrm>
            <a:off x="5486400" y="4599432"/>
            <a:ext cx="114300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71" name="Text 171"/>
          <p:cNvSpPr txBox="1"/>
          <p:nvPr/>
        </p:nvSpPr>
        <p:spPr>
          <a:xfrm>
            <a:off x="5550408" y="4626864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—</a:t>
            </a:r>
            <a:endParaRPr lang="ko-KR" sz="828"/>
          </a:p>
        </p:txBody>
      </p:sp>
      <p:sp>
        <p:nvSpPr>
          <p:cNvPr id="172" name="Shape 172"/>
          <p:cNvSpPr/>
          <p:nvPr/>
        </p:nvSpPr>
        <p:spPr>
          <a:xfrm>
            <a:off x="6629400" y="4599432"/>
            <a:ext cx="59436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73" name="Text 173"/>
          <p:cNvSpPr txBox="1"/>
          <p:nvPr/>
        </p:nvSpPr>
        <p:spPr>
          <a:xfrm>
            <a:off x="6693408" y="4626864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2</a:t>
            </a:r>
            <a:endParaRPr lang="ko-KR" sz="828"/>
          </a:p>
        </p:txBody>
      </p:sp>
      <p:sp>
        <p:nvSpPr>
          <p:cNvPr id="174" name="Shape 174"/>
          <p:cNvSpPr/>
          <p:nvPr/>
        </p:nvSpPr>
        <p:spPr>
          <a:xfrm>
            <a:off x="7223760" y="4599432"/>
            <a:ext cx="5120640" cy="265176"/>
          </a:xfrm>
          <a:prstGeom prst="rect">
            <a:avLst/>
          </a:prstGeom>
          <a:solidFill>
            <a:srgbClr val="F1F6F8"/>
          </a:solidFill>
          <a:ln w="12700">
            <a:solidFill>
              <a:srgbClr val="D6E0E6"/>
            </a:solidFill>
          </a:ln>
        </p:spPr>
      </p:sp>
      <p:sp>
        <p:nvSpPr>
          <p:cNvPr id="175" name="Text 175"/>
          <p:cNvSpPr txBox="1"/>
          <p:nvPr/>
        </p:nvSpPr>
        <p:spPr>
          <a:xfrm>
            <a:off x="7287768" y="4626864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BELT 110mm / BOARD 110mm · 제조사 도면별 상이</a:t>
            </a:r>
            <a:endParaRPr lang="ko-KR" sz="828"/>
          </a:p>
        </p:txBody>
      </p:sp>
      <p:sp>
        <p:nvSpPr>
          <p:cNvPr id="176" name="Shape 176"/>
          <p:cNvSpPr/>
          <p:nvPr/>
        </p:nvSpPr>
        <p:spPr>
          <a:xfrm>
            <a:off x="457200" y="4864608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7" name="Text 177"/>
          <p:cNvSpPr txBox="1"/>
          <p:nvPr/>
        </p:nvSpPr>
        <p:spPr>
          <a:xfrm>
            <a:off x="521208" y="4892040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13</a:t>
            </a:r>
            <a:endParaRPr lang="ko-KR" sz="828"/>
          </a:p>
        </p:txBody>
      </p:sp>
      <p:sp>
        <p:nvSpPr>
          <p:cNvPr id="178" name="Shape 178"/>
          <p:cNvSpPr/>
          <p:nvPr/>
        </p:nvSpPr>
        <p:spPr>
          <a:xfrm>
            <a:off x="1051560" y="4864608"/>
            <a:ext cx="9601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79" name="Text 179"/>
          <p:cNvSpPr txBox="1"/>
          <p:nvPr/>
        </p:nvSpPr>
        <p:spPr>
          <a:xfrm>
            <a:off x="1115568" y="4892040"/>
            <a:ext cx="8321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필터</a:t>
            </a:r>
            <a:endParaRPr lang="ko-KR" sz="828"/>
          </a:p>
        </p:txBody>
      </p:sp>
      <p:sp>
        <p:nvSpPr>
          <p:cNvPr id="180" name="Shape 180"/>
          <p:cNvSpPr/>
          <p:nvPr/>
        </p:nvSpPr>
        <p:spPr>
          <a:xfrm>
            <a:off x="2011680" y="4864608"/>
            <a:ext cx="34747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81" name="Text 181"/>
          <p:cNvSpPr txBox="1"/>
          <p:nvPr/>
        </p:nvSpPr>
        <p:spPr>
          <a:xfrm>
            <a:off x="2075688" y="4892040"/>
            <a:ext cx="334670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3A FILTER · 상세 품번 별도 확인</a:t>
            </a:r>
            <a:endParaRPr lang="ko-KR" sz="828"/>
          </a:p>
        </p:txBody>
      </p:sp>
      <p:sp>
        <p:nvSpPr>
          <p:cNvPr id="182" name="Shape 182"/>
          <p:cNvSpPr/>
          <p:nvPr/>
        </p:nvSpPr>
        <p:spPr>
          <a:xfrm>
            <a:off x="5486400" y="4864608"/>
            <a:ext cx="1143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5550408" y="4892040"/>
            <a:ext cx="101498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—</a:t>
            </a:r>
            <a:endParaRPr lang="ko-KR" sz="828"/>
          </a:p>
        </p:txBody>
      </p:sp>
      <p:sp>
        <p:nvSpPr>
          <p:cNvPr id="184" name="Shape 184"/>
          <p:cNvSpPr/>
          <p:nvPr/>
        </p:nvSpPr>
        <p:spPr>
          <a:xfrm>
            <a:off x="6629400" y="4864608"/>
            <a:ext cx="5943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85" name="Text 185"/>
          <p:cNvSpPr txBox="1"/>
          <p:nvPr/>
        </p:nvSpPr>
        <p:spPr>
          <a:xfrm>
            <a:off x="6693408" y="4892040"/>
            <a:ext cx="46634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1</a:t>
            </a:r>
            <a:endParaRPr lang="ko-KR" sz="828"/>
          </a:p>
        </p:txBody>
      </p:sp>
      <p:sp>
        <p:nvSpPr>
          <p:cNvPr id="186" name="Shape 186"/>
          <p:cNvSpPr/>
          <p:nvPr/>
        </p:nvSpPr>
        <p:spPr>
          <a:xfrm>
            <a:off x="7223760" y="4864608"/>
            <a:ext cx="5120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</a:ln>
        </p:spPr>
      </p:sp>
      <p:sp>
        <p:nvSpPr>
          <p:cNvPr id="187" name="Text 187"/>
          <p:cNvSpPr txBox="1"/>
          <p:nvPr/>
        </p:nvSpPr>
        <p:spPr>
          <a:xfrm>
            <a:off x="7287768" y="4892040"/>
            <a:ext cx="4992624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28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단자·튜브·스토퍼는 이 주요 자재표에 미포함</a:t>
            </a:r>
            <a:endParaRPr lang="ko-KR" sz="82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8016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237744" y="237744"/>
            <a:ext cx="12326112" cy="7754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03247"/>
            </a:solidFill>
          </a:ln>
        </p:spPr>
      </p:sp>
      <p:sp>
        <p:nvSpPr>
          <p:cNvPr id="4" name="Shape 4"/>
          <p:cNvSpPr/>
          <p:nvPr/>
        </p:nvSpPr>
        <p:spPr>
          <a:xfrm>
            <a:off x="246888" y="246888"/>
            <a:ext cx="12307824" cy="658368"/>
          </a:xfrm>
          <a:prstGeom prst="rect">
            <a:avLst/>
          </a:prstGeom>
          <a:solidFill>
            <a:srgbClr val="F3F7FA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38912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800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사양 근거 및 검토 항목  1 / 1</a:t>
            </a:r>
            <a:endParaRPr lang="ko-KR" sz="1800"/>
          </a:p>
        </p:txBody>
      </p:sp>
      <p:sp>
        <p:nvSpPr>
          <p:cNvPr id="6" name="Text 6"/>
          <p:cNvSpPr txBox="1"/>
          <p:nvPr/>
        </p:nvSpPr>
        <p:spPr>
          <a:xfrm>
            <a:off x="448056" y="621792"/>
            <a:ext cx="1005840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008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CTS-pCOM-A8-M-02-SE-03-222-11-040-010-030-030</a:t>
            </a:r>
            <a:endParaRPr lang="ko-KR" sz="1008"/>
          </a:p>
        </p:txBody>
      </p:sp>
      <p:sp>
        <p:nvSpPr>
          <p:cNvPr id="7" name="Text 7"/>
          <p:cNvSpPr txBox="1"/>
          <p:nvPr/>
        </p:nvSpPr>
        <p:spPr>
          <a:xfrm>
            <a:off x="10149840" y="33832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296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pCOM  /  8 BIT</a:t>
            </a:r>
            <a:endParaRPr lang="ko-KR" sz="1296"/>
          </a:p>
        </p:txBody>
      </p:sp>
      <p:sp>
        <p:nvSpPr>
          <p:cNvPr id="8" name="Text 8"/>
          <p:cNvSpPr txBox="1"/>
          <p:nvPr/>
        </p:nvSpPr>
        <p:spPr>
          <a:xfrm>
            <a:off x="10149840" y="630936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05 / 05</a:t>
            </a:r>
            <a:endParaRPr lang="ko-KR" sz="864"/>
          </a:p>
        </p:txBody>
      </p:sp>
      <p:cxnSp>
        <p:nvCxnSpPr>
          <p:cNvPr id="9" name="Line 9"/>
          <p:cNvCxnSpPr/>
          <p:nvPr/>
        </p:nvCxnSpPr>
        <p:spPr>
          <a:xfrm>
            <a:off x="246888" y="905256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Line 10"/>
          <p:cNvCxnSpPr/>
          <p:nvPr/>
        </p:nvCxnSpPr>
        <p:spPr>
          <a:xfrm>
            <a:off x="246888" y="7434072"/>
            <a:ext cx="12307824" cy="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 11"/>
          <p:cNvSpPr txBox="1"/>
          <p:nvPr/>
        </p:nvSpPr>
        <p:spPr>
          <a:xfrm>
            <a:off x="438912" y="7552944"/>
            <a:ext cx="790956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DWG.  CTS-pCOM-A8-M-02-SE-03-222-11-040-010-030-030</a:t>
            </a:r>
            <a:endParaRPr lang="ko-KR" sz="864"/>
          </a:p>
        </p:txBody>
      </p:sp>
      <p:sp>
        <p:nvSpPr>
          <p:cNvPr id="12" name="Text 12"/>
          <p:cNvSpPr txBox="1"/>
          <p:nvPr/>
        </p:nvSpPr>
        <p:spPr>
          <a:xfrm>
            <a:off x="438912" y="7763256"/>
            <a:ext cx="809244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개략 연결도 · 치수 비례 아님  |  배선 정의와 검토 항목은 상세 시트 참조</a:t>
            </a:r>
            <a:endParaRPr lang="ko-KR" sz="792"/>
          </a:p>
        </p:txBody>
      </p:sp>
      <p:cxnSp>
        <p:nvCxnSpPr>
          <p:cNvPr id="13" name="Line 13"/>
          <p:cNvCxnSpPr/>
          <p:nvPr/>
        </p:nvCxnSpPr>
        <p:spPr>
          <a:xfrm>
            <a:off x="875080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 14"/>
          <p:cNvSpPr txBox="1"/>
          <p:nvPr/>
        </p:nvSpPr>
        <p:spPr>
          <a:xfrm>
            <a:off x="8897112" y="752551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REV.  V1.0</a:t>
            </a:r>
            <a:endParaRPr lang="ko-KR" sz="864"/>
          </a:p>
        </p:txBody>
      </p:sp>
      <p:sp>
        <p:nvSpPr>
          <p:cNvPr id="15" name="Text 15"/>
          <p:cNvSpPr txBox="1"/>
          <p:nvPr/>
        </p:nvSpPr>
        <p:spPr>
          <a:xfrm>
            <a:off x="8897112" y="7735824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792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DATE  2026-10-28</a:t>
            </a:r>
            <a:endParaRPr lang="ko-KR" sz="792"/>
          </a:p>
        </p:txBody>
      </p:sp>
      <p:cxnSp>
        <p:nvCxnSpPr>
          <p:cNvPr id="16" name="Line 16"/>
          <p:cNvCxnSpPr/>
          <p:nvPr/>
        </p:nvCxnSpPr>
        <p:spPr>
          <a:xfrm>
            <a:off x="10625328" y="7434072"/>
            <a:ext cx="0" cy="548640"/>
          </a:xfrm>
          <a:prstGeom prst="line">
            <a:avLst/>
          </a:prstGeom>
          <a:ln w="15240">
            <a:solidFill>
              <a:srgbClr val="2032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 17"/>
          <p:cNvSpPr txBox="1"/>
          <p:nvPr/>
        </p:nvSpPr>
        <p:spPr>
          <a:xfrm>
            <a:off x="10716768" y="7525512"/>
            <a:ext cx="154533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087F8C"/>
                </a:solidFill>
                <a:latin typeface="Malgun Gothic"/>
                <a:ea typeface="Malgun Gothic"/>
                <a:cs typeface="Arial"/>
              </a:rPr>
              <a:t>MASTER</a:t>
            </a:r>
            <a:endParaRPr lang="ko-KR" sz="1152"/>
          </a:p>
        </p:txBody>
      </p:sp>
      <p:sp>
        <p:nvSpPr>
          <p:cNvPr id="18" name="Text 18"/>
          <p:cNvSpPr txBox="1"/>
          <p:nvPr/>
        </p:nvSpPr>
        <p:spPr>
          <a:xfrm>
            <a:off x="10716768" y="774496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sz="720" b="0" dirty="0">
                <a:solidFill>
                  <a:srgbClr val="617184"/>
                </a:solidFill>
                <a:latin typeface="Malgun Gothic"/>
                <a:ea typeface="Malgun Gothic"/>
                <a:cs typeface="Arial"/>
              </a:rPr>
              <a:t>CABLE ASSY</a:t>
            </a:r>
            <a:endParaRPr lang="ko-KR" sz="720"/>
          </a:p>
        </p:txBody>
      </p:sp>
      <p:sp>
        <p:nvSpPr>
          <p:cNvPr id="19" name="Text 19"/>
          <p:cNvSpPr txBox="1"/>
          <p:nvPr/>
        </p:nvSpPr>
        <p:spPr>
          <a:xfrm>
            <a:off x="466344" y="1060704"/>
            <a:ext cx="1133856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152" b="1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선택한 사양과 원본의 차이를 보존합니다.</a:t>
            </a:r>
            <a:endParaRPr lang="ko-KR" sz="1152"/>
          </a:p>
        </p:txBody>
      </p:sp>
      <p:sp>
        <p:nvSpPr>
          <p:cNvPr id="20" name="Text 20"/>
          <p:cNvSpPr txBox="1"/>
          <p:nvPr/>
        </p:nvSpPr>
        <p:spPr>
          <a:xfrm>
            <a:off x="493776" y="1426464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검토 항목</a:t>
            </a:r>
            <a:endParaRPr lang="ko-KR" sz="864"/>
          </a:p>
        </p:txBody>
      </p:sp>
      <p:sp>
        <p:nvSpPr>
          <p:cNvPr id="21" name="Text 21"/>
          <p:cNvSpPr txBox="1"/>
          <p:nvPr/>
        </p:nvSpPr>
        <p:spPr>
          <a:xfrm>
            <a:off x="493776" y="1627632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• 「도면 사양 발췌.docx」의 제품 코드 예시입니다.</a:t>
            </a:r>
            <a:endParaRPr lang="ko-KR" sz="864"/>
          </a:p>
        </p:txBody>
      </p:sp>
      <p:sp>
        <p:nvSpPr>
          <p:cNvPr id="22" name="Text 22"/>
          <p:cNvSpPr txBox="1"/>
          <p:nvPr/>
        </p:nvSpPr>
        <p:spPr>
          <a:xfrm>
            <a:off x="493776" y="1828800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/>
            </a:r>
            <a:endParaRPr lang="ko-KR" sz="864"/>
          </a:p>
        </p:txBody>
      </p:sp>
      <p:sp>
        <p:nvSpPr>
          <p:cNvPr id="23" name="Text 23"/>
          <p:cNvSpPr txBox="1"/>
          <p:nvPr/>
        </p:nvSpPr>
        <p:spPr>
          <a:xfrm>
            <a:off x="493776" y="2029968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• SE=SEMES의 일반 예시이며 SEMES P8.0 TRAY OHT 특주 도면과는 핀 배치·부품 사양이 다릅니다.</a:t>
            </a:r>
            <a:endParaRPr lang="ko-KR" sz="864"/>
          </a:p>
        </p:txBody>
      </p:sp>
      <p:sp>
        <p:nvSpPr>
          <p:cNvPr id="24" name="Text 24"/>
          <p:cNvSpPr txBox="1"/>
          <p:nvPr/>
        </p:nvSpPr>
        <p:spPr>
          <a:xfrm>
            <a:off x="493776" y="2231136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/>
            </a:r>
            <a:endParaRPr lang="ko-KR" sz="864"/>
          </a:p>
        </p:txBody>
      </p:sp>
      <p:sp>
        <p:nvSpPr>
          <p:cNvPr id="25" name="Text 25"/>
          <p:cNvSpPr txBox="1"/>
          <p:nvPr/>
        </p:nvSpPr>
        <p:spPr>
          <a:xfrm>
            <a:off x="493776" y="2432304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>• 편집 가능한 개략 연결도와 주요 자재표입니다. 원본 기구 형상 및 전체 제작 BOM을 그대로 복제하지 않습니다.</a:t>
            </a:r>
            <a:endParaRPr lang="ko-KR" sz="864"/>
          </a:p>
        </p:txBody>
      </p:sp>
      <p:sp>
        <p:nvSpPr>
          <p:cNvPr id="26" name="Text 26"/>
          <p:cNvSpPr txBox="1"/>
          <p:nvPr/>
        </p:nvSpPr>
        <p:spPr>
          <a:xfrm>
            <a:off x="493776" y="2633472"/>
            <a:ext cx="11704320" cy="192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864" b="0" dirty="0">
                <a:solidFill>
                  <a:srgbClr val="203247"/>
                </a:solidFill>
                <a:latin typeface="Malgun Gothic"/>
                <a:ea typeface="Malgun Gothic"/>
                <a:cs typeface="Arial"/>
              </a:rPr>
              <a:t/>
            </a:r>
            <a:endParaRPr lang="ko-KR" sz="86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COM">
  <a:themeElements>
    <a:clrScheme name="pCOM">
      <a:dk1>
        <a:srgbClr val="203247"/>
      </a:dk1>
      <a:lt1>
        <a:srgbClr val="FFFFFF"/>
      </a:lt1>
      <a:dk2>
        <a:srgbClr val="485D70"/>
      </a:dk2>
      <a:lt2>
        <a:srgbClr val="F3F7FA"/>
      </a:lt2>
      <a:accent1>
        <a:srgbClr val="087F8C"/>
      </a:accent1>
      <a:accent2>
        <a:srgbClr val="4177B6"/>
      </a:accent2>
      <a:accent3>
        <a:srgbClr val="56A3A6"/>
      </a:accent3>
      <a:accent4>
        <a:srgbClr val="D9A441"/>
      </a:accent4>
      <a:accent5>
        <a:srgbClr val="7583A0"/>
      </a:accent5>
      <a:accent6>
        <a:srgbClr val="B9795D"/>
      </a:accent6>
      <a:hlink>
        <a:srgbClr val="0563C1"/>
      </a:hlink>
      <a:folHlink>
        <a:srgbClr val="954F72"/>
      </a:folHlink>
    </a:clrScheme>
    <a:fontScheme name="pCOM">
      <a:majorFont>
        <a:latin typeface="Malgun Gothic"/>
        <a:ea typeface="Malgun Gothic"/>
        <a:cs typeface="Arial"/>
      </a:majorFont>
      <a:minorFont>
        <a:latin typeface="Malgun Gothic"/>
        <a:ea typeface="Malgun Gothic"/>
        <a:cs typeface="Arial"/>
      </a:minorFont>
    </a:fontScheme>
    <a:fmtScheme name="pC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90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pCOM Drawing Studio</Application>
  <Slides>5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CTS-pCOM-A8-M-02-SE-03-222-11-040-010-030-030</dc:title>
  <dc:creator>pCOM Drawing Studio</dc:creator>
  <dc:description>Editable pCOM 8-bit cable schematic, wiring and BOM</dc:description>
</cp:coreProperties>
</file>